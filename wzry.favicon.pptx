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BC50"/>
    <a:srgbClr val="79DB9F"/>
    <a:srgbClr val="99CBC8"/>
    <a:srgbClr val="C0BAB7"/>
    <a:srgbClr val="E7EAE2"/>
    <a:srgbClr val="9FD4D0"/>
    <a:srgbClr val="4051B5"/>
    <a:srgbClr val="FAD960"/>
    <a:srgbClr val="D4AB72"/>
    <a:srgbClr val="65A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 autoAdjust="0"/>
    <p:restoredTop sz="94660"/>
  </p:normalViewPr>
  <p:slideViewPr>
    <p:cSldViewPr snapToGrid="0">
      <p:cViewPr>
        <p:scale>
          <a:sx n="50" d="100"/>
          <a:sy n="50" d="100"/>
        </p:scale>
        <p:origin x="-2527" y="-5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1B4FB-1D6C-46E5-94E4-C4A04B566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41A742-1DC8-4232-A3AB-F5E1D1D0C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0EDEFA-AA5F-4553-BA61-47B272CD1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A8019-2A56-41BA-BFBA-9689906A4F28}" type="datetimeFigureOut">
              <a:rPr lang="zh-CN" altLang="en-US" smtClean="0"/>
              <a:t>2024/11/24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442ABB-3D3C-42A9-8C1E-DB19AE5C4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2DF2E9-0ABB-4CB5-B4A7-BFD6BC015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23B8-3B11-404C-AD9B-3C842294A9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893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BA140-56AF-447C-B4E6-5E09152E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D8B950-4877-4D28-AF50-B672D8D54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94767F-8433-4F83-86DD-3C963FE76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A8019-2A56-41BA-BFBA-9689906A4F28}" type="datetimeFigureOut">
              <a:rPr lang="zh-CN" altLang="en-US" smtClean="0"/>
              <a:t>2024/11/24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8BDEF4-BF0D-47AE-A5BC-1C8504E8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F72550-0131-4AAB-95A2-0AE1196C2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23B8-3B11-404C-AD9B-3C842294A9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57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64095-CDA8-46DA-A5F5-FE3D251DB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0302E4-D9D1-4848-88C2-D7CCE34D3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824963-8472-4A1E-AB43-3BDF36C6E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A8019-2A56-41BA-BFBA-9689906A4F28}" type="datetimeFigureOut">
              <a:rPr lang="zh-CN" altLang="en-US" smtClean="0"/>
              <a:t>2024/11/24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A057CA-9913-4D7A-ABA5-8BCA2EC65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2769CB-D75A-49B3-A40C-0C7B15316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23B8-3B11-404C-AD9B-3C842294A9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79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79505-9983-4C37-9BB4-760E1274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CB4191-F503-46E5-9DE8-254908954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1D1C2C-0DD1-4414-8655-8E1BF1C89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CA56EF-7C18-4CDA-B812-23251465F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A8019-2A56-41BA-BFBA-9689906A4F28}" type="datetimeFigureOut">
              <a:rPr lang="zh-CN" altLang="en-US" smtClean="0"/>
              <a:t>2024/11/24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4ABF67-8890-48D6-A116-21D2C6540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71BAE5-2B66-446C-9C63-D056AF3D7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23B8-3B11-404C-AD9B-3C842294A9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0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25B1C-57A7-4A01-8411-EAE1A6E8E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5782F9-DF33-4AD9-A59C-B5F0D81AB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9A7A5C-2305-4A6A-A7B9-DC28141F5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2EEDDC-2CB6-492F-BC7C-BA7323E9C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C69CAF-0AD2-4D1B-A882-6DF281863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807BAF-3BE5-4CA2-908C-82CE9D08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A8019-2A56-41BA-BFBA-9689906A4F28}" type="datetimeFigureOut">
              <a:rPr lang="zh-CN" altLang="en-US" smtClean="0"/>
              <a:t>2024/11/24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76F928-C8C0-4C1F-8CF5-8262B9B20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00D09A-5C79-4196-9120-23DB5556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23B8-3B11-404C-AD9B-3C842294A9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671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60852B-E29C-48D4-867C-F8E576BB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98FEC6-DB50-4337-8A42-2FF3698D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A8019-2A56-41BA-BFBA-9689906A4F28}" type="datetimeFigureOut">
              <a:rPr lang="zh-CN" altLang="en-US" smtClean="0"/>
              <a:t>2024/11/24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548FFE-6D41-49A4-AE0C-8B1A7013D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778FEA-62A3-40C2-81E9-5650082B0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23B8-3B11-404C-AD9B-3C842294A9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11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C3EDB0-1454-4A22-9CF2-FAA919F93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A8019-2A56-41BA-BFBA-9689906A4F28}" type="datetimeFigureOut">
              <a:rPr lang="zh-CN" altLang="en-US" smtClean="0"/>
              <a:t>2024/11/24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AC62A6-7A07-475F-9704-70989E2C5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8085FA-4B24-4C52-9D1C-98DD7297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23B8-3B11-404C-AD9B-3C842294A9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972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D4E36C-151E-415B-B4BD-A5BCB02B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9595C2-35D2-49CC-A32A-49C71BE4B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13C836-8A33-4EAE-BE07-2013B5E5F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2140F1-65CA-48B6-8181-1B7F4B693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A8019-2A56-41BA-BFBA-9689906A4F28}" type="datetimeFigureOut">
              <a:rPr lang="zh-CN" altLang="en-US" smtClean="0"/>
              <a:t>2024/11/24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F408CF-6101-4772-894E-A9FD14438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102269-1901-4634-8FAC-2BC965615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23B8-3B11-404C-AD9B-3C842294A9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119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894BF-A829-456B-B344-FB1588850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4C2BA64-2F69-45AD-8F02-98955C0E4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22E56F-6ABC-4E3F-A55A-CC297A2A5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570D99-BCA3-45B5-9675-772314CDA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A8019-2A56-41BA-BFBA-9689906A4F28}" type="datetimeFigureOut">
              <a:rPr lang="zh-CN" altLang="en-US" smtClean="0"/>
              <a:t>2024/11/24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864961-FD1B-49C9-85AE-4980E495E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80A2E6-B805-449A-BB65-8C1B8D367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23B8-3B11-404C-AD9B-3C842294A9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099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8511E8-EE5E-474D-811C-E4B4C3820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ABBC7C-091B-4488-A1FD-34AC4144F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634360-B1D6-4D06-923D-FE2E3F624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A8019-2A56-41BA-BFBA-9689906A4F28}" type="datetimeFigureOut">
              <a:rPr lang="zh-CN" altLang="en-US" smtClean="0"/>
              <a:t>2024/11/24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4B5357-E319-4C35-98BC-3E1BD5E3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414CE4-A4DE-4C30-945F-E253E6597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23B8-3B11-404C-AD9B-3C842294A9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102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4072DAE-3E57-449D-8B19-2F5C1B543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AA6655-8B05-4E8D-A829-EF01111F1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3A4184-0675-4FA3-A997-A90B30B25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A8019-2A56-41BA-BFBA-9689906A4F28}" type="datetimeFigureOut">
              <a:rPr lang="zh-CN" altLang="en-US" smtClean="0"/>
              <a:t>2024/11/24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9DDCA5-7E7F-4C2D-BD20-895613EE7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18549C-952B-4BAC-8EDF-9CEEF7C7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23B8-3B11-404C-AD9B-3C842294A9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638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99EC6C-5552-4E6F-BBBF-A3A6B123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C4138D-7DEC-4AE4-A443-5A431D627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C4ED5D-238F-4D55-89BA-F141004A6F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A8019-2A56-41BA-BFBA-9689906A4F28}" type="datetimeFigureOut">
              <a:rPr lang="zh-CN" altLang="en-US" smtClean="0"/>
              <a:t>2024/11/24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42B7EB-29FE-4E21-BEBB-6B4103AB6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0E166D-BB65-402C-A3E3-9A36E3BE2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3723B8-3B11-404C-AD9B-3C842294A9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403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97FE8C28-EE10-4E9D-8B91-D974024F10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282" y="2398983"/>
            <a:ext cx="4042724" cy="50534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2CF47A5-D859-4088-A6E8-74AFC9E44F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544" y="-118306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66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对角圆角 5">
            <a:extLst>
              <a:ext uri="{FF2B5EF4-FFF2-40B4-BE49-F238E27FC236}">
                <a16:creationId xmlns:a16="http://schemas.microsoft.com/office/drawing/2014/main" id="{12B6B312-5850-4327-B228-CD865C747415}"/>
              </a:ext>
            </a:extLst>
          </p:cNvPr>
          <p:cNvSpPr/>
          <p:nvPr/>
        </p:nvSpPr>
        <p:spPr>
          <a:xfrm>
            <a:off x="827378" y="653143"/>
            <a:ext cx="5214257" cy="5214257"/>
          </a:xfrm>
          <a:prstGeom prst="round2DiagRect">
            <a:avLst/>
          </a:prstGeom>
          <a:solidFill>
            <a:schemeClr val="tx2">
              <a:lumMod val="20000"/>
              <a:lumOff val="80000"/>
            </a:schemeClr>
          </a:solidFill>
          <a:ln w="127000">
            <a:solidFill>
              <a:srgbClr val="2330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1BC297-1E29-415A-A32A-F03EB4F33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02755" y="5867400"/>
            <a:ext cx="6858000" cy="6858000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65AED09C-0CC9-4BC4-A6FD-1732E89953A7}"/>
              </a:ext>
            </a:extLst>
          </p:cNvPr>
          <p:cNvSpPr/>
          <p:nvPr/>
        </p:nvSpPr>
        <p:spPr>
          <a:xfrm>
            <a:off x="4050722" y="-5678570"/>
            <a:ext cx="4358111" cy="4358111"/>
          </a:xfrm>
          <a:prstGeom prst="roundRect">
            <a:avLst>
              <a:gd name="adj" fmla="val 9800"/>
            </a:avLst>
          </a:prstGeom>
          <a:solidFill>
            <a:schemeClr val="accent5">
              <a:lumMod val="40000"/>
              <a:lumOff val="60000"/>
            </a:schemeClr>
          </a:solidFill>
          <a:ln w="127000">
            <a:solidFill>
              <a:srgbClr val="374C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 descr="王者荣耀小地图怎么看-小地图知识归纳整理-圈圈下载">
            <a:extLst>
              <a:ext uri="{FF2B5EF4-FFF2-40B4-BE49-F238E27FC236}">
                <a16:creationId xmlns:a16="http://schemas.microsoft.com/office/drawing/2014/main" id="{EA02A98D-5A2E-41C7-AF82-A5EB350BD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646" y="990600"/>
            <a:ext cx="55245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305A60B-1178-45F0-8813-8DE079567144}"/>
              </a:ext>
            </a:extLst>
          </p:cNvPr>
          <p:cNvCxnSpPr>
            <a:cxnSpLocks/>
          </p:cNvCxnSpPr>
          <p:nvPr/>
        </p:nvCxnSpPr>
        <p:spPr>
          <a:xfrm flipV="1">
            <a:off x="10562896" y="7987128"/>
            <a:ext cx="3333600" cy="3333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FD57CCBA-F15C-421F-ADC0-8BDE65DDEB02}"/>
              </a:ext>
            </a:extLst>
          </p:cNvPr>
          <p:cNvSpPr/>
          <p:nvPr/>
        </p:nvSpPr>
        <p:spPr>
          <a:xfrm rot="8100000">
            <a:off x="11495371" y="5801114"/>
            <a:ext cx="471867" cy="307612"/>
          </a:xfrm>
          <a:custGeom>
            <a:avLst/>
            <a:gdLst>
              <a:gd name="connsiteX0" fmla="*/ 79283 w 471867"/>
              <a:gd name="connsiteY0" fmla="*/ 307612 h 307612"/>
              <a:gd name="connsiteX1" fmla="*/ 47071 w 471867"/>
              <a:gd name="connsiteY1" fmla="*/ 246400 h 307612"/>
              <a:gd name="connsiteX2" fmla="*/ 1 w 471867"/>
              <a:gd name="connsiteY2" fmla="*/ 4495 h 307612"/>
              <a:gd name="connsiteX3" fmla="*/ 431 w 471867"/>
              <a:gd name="connsiteY3" fmla="*/ 0 h 307612"/>
              <a:gd name="connsiteX4" fmla="*/ 314149 w 471867"/>
              <a:gd name="connsiteY4" fmla="*/ 0 h 307612"/>
              <a:gd name="connsiteX5" fmla="*/ 320496 w 471867"/>
              <a:gd name="connsiteY5" fmla="*/ 66224 h 307612"/>
              <a:gd name="connsiteX6" fmla="*/ 422835 w 471867"/>
              <a:gd name="connsiteY6" fmla="*/ 258579 h 307612"/>
              <a:gd name="connsiteX7" fmla="*/ 471867 w 471867"/>
              <a:gd name="connsiteY7" fmla="*/ 307612 h 307612"/>
              <a:gd name="connsiteX8" fmla="*/ 79283 w 471867"/>
              <a:gd name="connsiteY8" fmla="*/ 307612 h 30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1867" h="307612">
                <a:moveTo>
                  <a:pt x="79283" y="307612"/>
                </a:moveTo>
                <a:lnTo>
                  <a:pt x="47071" y="246400"/>
                </a:lnTo>
                <a:cubicBezTo>
                  <a:pt x="15691" y="169015"/>
                  <a:pt x="0" y="86755"/>
                  <a:pt x="1" y="4495"/>
                </a:cubicBezTo>
                <a:lnTo>
                  <a:pt x="431" y="0"/>
                </a:lnTo>
                <a:lnTo>
                  <a:pt x="314149" y="0"/>
                </a:lnTo>
                <a:lnTo>
                  <a:pt x="320496" y="66224"/>
                </a:lnTo>
                <a:cubicBezTo>
                  <a:pt x="334142" y="136702"/>
                  <a:pt x="368254" y="203999"/>
                  <a:pt x="422835" y="258579"/>
                </a:cubicBezTo>
                <a:lnTo>
                  <a:pt x="471867" y="307612"/>
                </a:lnTo>
                <a:lnTo>
                  <a:pt x="79283" y="30761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DA558C55-88A7-4077-BB5E-A04BAC2CAB09}"/>
              </a:ext>
            </a:extLst>
          </p:cNvPr>
          <p:cNvSpPr/>
          <p:nvPr/>
        </p:nvSpPr>
        <p:spPr>
          <a:xfrm rot="8100000">
            <a:off x="10715548" y="5999435"/>
            <a:ext cx="734553" cy="320147"/>
          </a:xfrm>
          <a:custGeom>
            <a:avLst/>
            <a:gdLst>
              <a:gd name="connsiteX0" fmla="*/ 320148 w 734553"/>
              <a:gd name="connsiteY0" fmla="*/ 320147 h 320147"/>
              <a:gd name="connsiteX1" fmla="*/ 0 w 734553"/>
              <a:gd name="connsiteY1" fmla="*/ 0 h 320147"/>
              <a:gd name="connsiteX2" fmla="*/ 734553 w 734553"/>
              <a:gd name="connsiteY2" fmla="*/ 0 h 320147"/>
              <a:gd name="connsiteX3" fmla="*/ 707924 w 734553"/>
              <a:gd name="connsiteY3" fmla="*/ 50602 h 320147"/>
              <a:gd name="connsiteX4" fmla="*/ 625549 w 734553"/>
              <a:gd name="connsiteY4" fmla="*/ 151447 h 320147"/>
              <a:gd name="connsiteX5" fmla="*/ 412890 w 734553"/>
              <a:gd name="connsiteY5" fmla="*/ 292663 h 320147"/>
              <a:gd name="connsiteX6" fmla="*/ 320148 w 734553"/>
              <a:gd name="connsiteY6" fmla="*/ 320147 h 3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4553" h="320147">
                <a:moveTo>
                  <a:pt x="320148" y="320147"/>
                </a:moveTo>
                <a:lnTo>
                  <a:pt x="0" y="0"/>
                </a:lnTo>
                <a:lnTo>
                  <a:pt x="734553" y="0"/>
                </a:lnTo>
                <a:lnTo>
                  <a:pt x="707924" y="50602"/>
                </a:lnTo>
                <a:cubicBezTo>
                  <a:pt x="684388" y="86248"/>
                  <a:pt x="656930" y="120066"/>
                  <a:pt x="625549" y="151447"/>
                </a:cubicBezTo>
                <a:cubicBezTo>
                  <a:pt x="562787" y="214209"/>
                  <a:pt x="490276" y="261281"/>
                  <a:pt x="412890" y="292663"/>
                </a:cubicBezTo>
                <a:lnTo>
                  <a:pt x="320148" y="320147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5F468BEB-1407-44C7-A127-BB37A3FED084}"/>
              </a:ext>
            </a:extLst>
          </p:cNvPr>
          <p:cNvSpPr/>
          <p:nvPr/>
        </p:nvSpPr>
        <p:spPr>
          <a:xfrm rot="8100000">
            <a:off x="11176077" y="6370910"/>
            <a:ext cx="971597" cy="623092"/>
          </a:xfrm>
          <a:custGeom>
            <a:avLst/>
            <a:gdLst>
              <a:gd name="connsiteX0" fmla="*/ 475 w 971597"/>
              <a:gd name="connsiteY0" fmla="*/ 623092 h 623092"/>
              <a:gd name="connsiteX1" fmla="*/ 0 w 971597"/>
              <a:gd name="connsiteY1" fmla="*/ 618133 h 623092"/>
              <a:gd name="connsiteX2" fmla="*/ 109161 w 971597"/>
              <a:gd name="connsiteY2" fmla="*/ 354595 h 623092"/>
              <a:gd name="connsiteX3" fmla="*/ 463756 w 971597"/>
              <a:gd name="connsiteY3" fmla="*/ 0 h 623092"/>
              <a:gd name="connsiteX4" fmla="*/ 571083 w 971597"/>
              <a:gd name="connsiteY4" fmla="*/ 31807 h 623092"/>
              <a:gd name="connsiteX5" fmla="*/ 783742 w 971597"/>
              <a:gd name="connsiteY5" fmla="*/ 173022 h 623092"/>
              <a:gd name="connsiteX6" fmla="*/ 960260 w 971597"/>
              <a:gd name="connsiteY6" fmla="*/ 504806 h 623092"/>
              <a:gd name="connsiteX7" fmla="*/ 971597 w 971597"/>
              <a:gd name="connsiteY7" fmla="*/ 623092 h 623092"/>
              <a:gd name="connsiteX8" fmla="*/ 475 w 971597"/>
              <a:gd name="connsiteY8" fmla="*/ 623092 h 62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1597" h="623092">
                <a:moveTo>
                  <a:pt x="475" y="623092"/>
                </a:moveTo>
                <a:lnTo>
                  <a:pt x="0" y="618133"/>
                </a:lnTo>
                <a:cubicBezTo>
                  <a:pt x="0" y="522752"/>
                  <a:pt x="36387" y="427369"/>
                  <a:pt x="109161" y="354595"/>
                </a:cubicBezTo>
                <a:lnTo>
                  <a:pt x="463756" y="0"/>
                </a:lnTo>
                <a:lnTo>
                  <a:pt x="571083" y="31807"/>
                </a:lnTo>
                <a:cubicBezTo>
                  <a:pt x="648468" y="63189"/>
                  <a:pt x="720980" y="110260"/>
                  <a:pt x="783742" y="173022"/>
                </a:cubicBezTo>
                <a:cubicBezTo>
                  <a:pt x="877885" y="267166"/>
                  <a:pt x="936725" y="383245"/>
                  <a:pt x="960260" y="504806"/>
                </a:cubicBezTo>
                <a:lnTo>
                  <a:pt x="971597" y="623092"/>
                </a:lnTo>
                <a:lnTo>
                  <a:pt x="475" y="62309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0CD15F7E-43B5-4B2E-A8E2-B70451006758}"/>
              </a:ext>
            </a:extLst>
          </p:cNvPr>
          <p:cNvSpPr/>
          <p:nvPr/>
        </p:nvSpPr>
        <p:spPr>
          <a:xfrm rot="8100000">
            <a:off x="8800448" y="7417103"/>
            <a:ext cx="2629735" cy="307612"/>
          </a:xfrm>
          <a:custGeom>
            <a:avLst/>
            <a:gdLst>
              <a:gd name="connsiteX0" fmla="*/ 0 w 2629735"/>
              <a:gd name="connsiteY0" fmla="*/ 307612 h 307612"/>
              <a:gd name="connsiteX1" fmla="*/ 32211 w 2629735"/>
              <a:gd name="connsiteY1" fmla="*/ 246400 h 307612"/>
              <a:gd name="connsiteX2" fmla="*/ 79282 w 2629735"/>
              <a:gd name="connsiteY2" fmla="*/ 4495 h 307612"/>
              <a:gd name="connsiteX3" fmla="*/ 78851 w 2629735"/>
              <a:gd name="connsiteY3" fmla="*/ 0 h 307612"/>
              <a:gd name="connsiteX4" fmla="*/ 2541885 w 2629735"/>
              <a:gd name="connsiteY4" fmla="*/ 0 h 307612"/>
              <a:gd name="connsiteX5" fmla="*/ 2552271 w 2629735"/>
              <a:gd name="connsiteY5" fmla="*/ 108368 h 307612"/>
              <a:gd name="connsiteX6" fmla="*/ 2587574 w 2629735"/>
              <a:gd name="connsiteY6" fmla="*/ 227493 h 307612"/>
              <a:gd name="connsiteX7" fmla="*/ 2629735 w 2629735"/>
              <a:gd name="connsiteY7" fmla="*/ 307612 h 307612"/>
              <a:gd name="connsiteX8" fmla="*/ 0 w 2629735"/>
              <a:gd name="connsiteY8" fmla="*/ 307612 h 30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29735" h="307612">
                <a:moveTo>
                  <a:pt x="0" y="307612"/>
                </a:moveTo>
                <a:lnTo>
                  <a:pt x="32211" y="246400"/>
                </a:lnTo>
                <a:cubicBezTo>
                  <a:pt x="63592" y="169015"/>
                  <a:pt x="79283" y="86755"/>
                  <a:pt x="79282" y="4495"/>
                </a:cubicBezTo>
                <a:lnTo>
                  <a:pt x="78851" y="0"/>
                </a:lnTo>
                <a:lnTo>
                  <a:pt x="2541885" y="0"/>
                </a:lnTo>
                <a:lnTo>
                  <a:pt x="2552271" y="108368"/>
                </a:lnTo>
                <a:cubicBezTo>
                  <a:pt x="2560117" y="148889"/>
                  <a:pt x="2571884" y="188800"/>
                  <a:pt x="2587574" y="227493"/>
                </a:cubicBezTo>
                <a:lnTo>
                  <a:pt x="2629735" y="307612"/>
                </a:lnTo>
                <a:lnTo>
                  <a:pt x="0" y="30761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1F2BBEEB-BC81-4AD6-A20C-A89EF0A9010E}"/>
              </a:ext>
            </a:extLst>
          </p:cNvPr>
          <p:cNvSpPr/>
          <p:nvPr/>
        </p:nvSpPr>
        <p:spPr>
          <a:xfrm rot="8100000">
            <a:off x="8350287" y="8387275"/>
            <a:ext cx="724602" cy="305562"/>
          </a:xfrm>
          <a:custGeom>
            <a:avLst/>
            <a:gdLst>
              <a:gd name="connsiteX0" fmla="*/ 99055 w 724602"/>
              <a:gd name="connsiteY0" fmla="*/ 132540 h 305562"/>
              <a:gd name="connsiteX1" fmla="*/ 16679 w 724602"/>
              <a:gd name="connsiteY1" fmla="*/ 31694 h 305562"/>
              <a:gd name="connsiteX2" fmla="*/ 0 w 724602"/>
              <a:gd name="connsiteY2" fmla="*/ 0 h 305562"/>
              <a:gd name="connsiteX3" fmla="*/ 724602 w 724602"/>
              <a:gd name="connsiteY3" fmla="*/ 0 h 305562"/>
              <a:gd name="connsiteX4" fmla="*/ 419040 w 724602"/>
              <a:gd name="connsiteY4" fmla="*/ 305562 h 305562"/>
              <a:gd name="connsiteX5" fmla="*/ 311714 w 724602"/>
              <a:gd name="connsiteY5" fmla="*/ 273755 h 305562"/>
              <a:gd name="connsiteX6" fmla="*/ 99055 w 724602"/>
              <a:gd name="connsiteY6" fmla="*/ 132540 h 305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4602" h="305562">
                <a:moveTo>
                  <a:pt x="99055" y="132540"/>
                </a:moveTo>
                <a:cubicBezTo>
                  <a:pt x="67673" y="101158"/>
                  <a:pt x="40215" y="67340"/>
                  <a:pt x="16679" y="31694"/>
                </a:cubicBezTo>
                <a:lnTo>
                  <a:pt x="0" y="0"/>
                </a:lnTo>
                <a:lnTo>
                  <a:pt x="724602" y="0"/>
                </a:lnTo>
                <a:lnTo>
                  <a:pt x="419040" y="305562"/>
                </a:lnTo>
                <a:lnTo>
                  <a:pt x="311714" y="273755"/>
                </a:lnTo>
                <a:cubicBezTo>
                  <a:pt x="234328" y="242374"/>
                  <a:pt x="161817" y="195302"/>
                  <a:pt x="99055" y="13254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30B5DA68-1AC7-49E7-9553-9E5D17EF3F47}"/>
              </a:ext>
            </a:extLst>
          </p:cNvPr>
          <p:cNvSpPr/>
          <p:nvPr/>
        </p:nvSpPr>
        <p:spPr>
          <a:xfrm rot="8100000">
            <a:off x="8753192" y="8796600"/>
            <a:ext cx="972028" cy="637676"/>
          </a:xfrm>
          <a:custGeom>
            <a:avLst/>
            <a:gdLst>
              <a:gd name="connsiteX0" fmla="*/ 1382 w 972028"/>
              <a:gd name="connsiteY0" fmla="*/ 637676 h 637676"/>
              <a:gd name="connsiteX1" fmla="*/ 1 w 972028"/>
              <a:gd name="connsiteY1" fmla="*/ 623263 h 637676"/>
              <a:gd name="connsiteX2" fmla="*/ 188287 w 972028"/>
              <a:gd name="connsiteY2" fmla="*/ 168699 h 637676"/>
              <a:gd name="connsiteX3" fmla="*/ 400946 w 972028"/>
              <a:gd name="connsiteY3" fmla="*/ 27484 h 637676"/>
              <a:gd name="connsiteX4" fmla="*/ 493687 w 972028"/>
              <a:gd name="connsiteY4" fmla="*/ 0 h 637676"/>
              <a:gd name="connsiteX5" fmla="*/ 862867 w 972028"/>
              <a:gd name="connsiteY5" fmla="*/ 369179 h 637676"/>
              <a:gd name="connsiteX6" fmla="*/ 972028 w 972028"/>
              <a:gd name="connsiteY6" fmla="*/ 632717 h 637676"/>
              <a:gd name="connsiteX7" fmla="*/ 971553 w 972028"/>
              <a:gd name="connsiteY7" fmla="*/ 637676 h 637676"/>
              <a:gd name="connsiteX8" fmla="*/ 1382 w 972028"/>
              <a:gd name="connsiteY8" fmla="*/ 637676 h 63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2028" h="637676">
                <a:moveTo>
                  <a:pt x="1382" y="637676"/>
                </a:moveTo>
                <a:lnTo>
                  <a:pt x="1" y="623263"/>
                </a:lnTo>
                <a:cubicBezTo>
                  <a:pt x="0" y="458743"/>
                  <a:pt x="62762" y="294224"/>
                  <a:pt x="188287" y="168699"/>
                </a:cubicBezTo>
                <a:cubicBezTo>
                  <a:pt x="251049" y="105937"/>
                  <a:pt x="323560" y="58865"/>
                  <a:pt x="400946" y="27484"/>
                </a:cubicBezTo>
                <a:lnTo>
                  <a:pt x="493687" y="0"/>
                </a:lnTo>
                <a:lnTo>
                  <a:pt x="862867" y="369179"/>
                </a:lnTo>
                <a:cubicBezTo>
                  <a:pt x="935641" y="441953"/>
                  <a:pt x="972028" y="537336"/>
                  <a:pt x="972028" y="632717"/>
                </a:cubicBezTo>
                <a:lnTo>
                  <a:pt x="971553" y="637676"/>
                </a:lnTo>
                <a:lnTo>
                  <a:pt x="1382" y="637676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F989F95E-A306-4C02-AB3C-59A5CD92E4DB}"/>
              </a:ext>
            </a:extLst>
          </p:cNvPr>
          <p:cNvSpPr/>
          <p:nvPr/>
        </p:nvSpPr>
        <p:spPr>
          <a:xfrm rot="8100000">
            <a:off x="8271608" y="9025567"/>
            <a:ext cx="470486" cy="307612"/>
          </a:xfrm>
          <a:custGeom>
            <a:avLst/>
            <a:gdLst>
              <a:gd name="connsiteX0" fmla="*/ 0 w 470486"/>
              <a:gd name="connsiteY0" fmla="*/ 307612 h 307612"/>
              <a:gd name="connsiteX1" fmla="*/ 49033 w 470486"/>
              <a:gd name="connsiteY1" fmla="*/ 258579 h 307612"/>
              <a:gd name="connsiteX2" fmla="*/ 151372 w 470486"/>
              <a:gd name="connsiteY2" fmla="*/ 66224 h 307612"/>
              <a:gd name="connsiteX3" fmla="*/ 157719 w 470486"/>
              <a:gd name="connsiteY3" fmla="*/ 0 h 307612"/>
              <a:gd name="connsiteX4" fmla="*/ 470486 w 470486"/>
              <a:gd name="connsiteY4" fmla="*/ 0 h 307612"/>
              <a:gd name="connsiteX5" fmla="*/ 460100 w 470486"/>
              <a:gd name="connsiteY5" fmla="*/ 108368 h 307612"/>
              <a:gd name="connsiteX6" fmla="*/ 424797 w 470486"/>
              <a:gd name="connsiteY6" fmla="*/ 227493 h 307612"/>
              <a:gd name="connsiteX7" fmla="*/ 382636 w 470486"/>
              <a:gd name="connsiteY7" fmla="*/ 307612 h 307612"/>
              <a:gd name="connsiteX8" fmla="*/ 0 w 470486"/>
              <a:gd name="connsiteY8" fmla="*/ 307612 h 30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0486" h="307612">
                <a:moveTo>
                  <a:pt x="0" y="307612"/>
                </a:moveTo>
                <a:lnTo>
                  <a:pt x="49033" y="258579"/>
                </a:lnTo>
                <a:cubicBezTo>
                  <a:pt x="103614" y="203999"/>
                  <a:pt x="137726" y="136702"/>
                  <a:pt x="151372" y="66224"/>
                </a:cubicBezTo>
                <a:lnTo>
                  <a:pt x="157719" y="0"/>
                </a:lnTo>
                <a:lnTo>
                  <a:pt x="470486" y="0"/>
                </a:lnTo>
                <a:lnTo>
                  <a:pt x="460100" y="108368"/>
                </a:lnTo>
                <a:cubicBezTo>
                  <a:pt x="452255" y="148889"/>
                  <a:pt x="440487" y="188800"/>
                  <a:pt x="424797" y="227493"/>
                </a:cubicBezTo>
                <a:lnTo>
                  <a:pt x="382636" y="307612"/>
                </a:lnTo>
                <a:lnTo>
                  <a:pt x="0" y="30761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716E92DB-85C1-4783-96BF-80C4462816B0}"/>
              </a:ext>
            </a:extLst>
          </p:cNvPr>
          <p:cNvSpPr/>
          <p:nvPr/>
        </p:nvSpPr>
        <p:spPr>
          <a:xfrm rot="8100000">
            <a:off x="11771210" y="5519265"/>
            <a:ext cx="483887" cy="307612"/>
          </a:xfrm>
          <a:custGeom>
            <a:avLst/>
            <a:gdLst>
              <a:gd name="connsiteX0" fmla="*/ 0 w 483887"/>
              <a:gd name="connsiteY0" fmla="*/ 307612 h 307612"/>
              <a:gd name="connsiteX1" fmla="*/ 0 w 483887"/>
              <a:gd name="connsiteY1" fmla="*/ 0 h 307612"/>
              <a:gd name="connsiteX2" fmla="*/ 405035 w 483887"/>
              <a:gd name="connsiteY2" fmla="*/ 0 h 307612"/>
              <a:gd name="connsiteX3" fmla="*/ 404605 w 483887"/>
              <a:gd name="connsiteY3" fmla="*/ 4495 h 307612"/>
              <a:gd name="connsiteX4" fmla="*/ 451675 w 483887"/>
              <a:gd name="connsiteY4" fmla="*/ 246400 h 307612"/>
              <a:gd name="connsiteX5" fmla="*/ 483887 w 483887"/>
              <a:gd name="connsiteY5" fmla="*/ 307612 h 307612"/>
              <a:gd name="connsiteX6" fmla="*/ 0 w 483887"/>
              <a:gd name="connsiteY6" fmla="*/ 307612 h 30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3887" h="307612">
                <a:moveTo>
                  <a:pt x="0" y="307612"/>
                </a:moveTo>
                <a:lnTo>
                  <a:pt x="0" y="0"/>
                </a:lnTo>
                <a:lnTo>
                  <a:pt x="405035" y="0"/>
                </a:lnTo>
                <a:lnTo>
                  <a:pt x="404605" y="4495"/>
                </a:lnTo>
                <a:cubicBezTo>
                  <a:pt x="404604" y="86755"/>
                  <a:pt x="420295" y="169015"/>
                  <a:pt x="451675" y="246400"/>
                </a:cubicBezTo>
                <a:lnTo>
                  <a:pt x="483887" y="307612"/>
                </a:lnTo>
                <a:lnTo>
                  <a:pt x="0" y="30761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1FA41DBE-11C6-4123-B07E-E3B7EAF4A0A9}"/>
              </a:ext>
            </a:extLst>
          </p:cNvPr>
          <p:cNvSpPr/>
          <p:nvPr/>
        </p:nvSpPr>
        <p:spPr>
          <a:xfrm rot="8100000">
            <a:off x="11004848" y="5697403"/>
            <a:ext cx="712732" cy="339733"/>
          </a:xfrm>
          <a:custGeom>
            <a:avLst/>
            <a:gdLst>
              <a:gd name="connsiteX0" fmla="*/ 109004 w 712732"/>
              <a:gd name="connsiteY0" fmla="*/ 151447 h 339733"/>
              <a:gd name="connsiteX1" fmla="*/ 26628 w 712732"/>
              <a:gd name="connsiteY1" fmla="*/ 50602 h 339733"/>
              <a:gd name="connsiteX2" fmla="*/ 0 w 712732"/>
              <a:gd name="connsiteY2" fmla="*/ 0 h 339733"/>
              <a:gd name="connsiteX3" fmla="*/ 392584 w 712732"/>
              <a:gd name="connsiteY3" fmla="*/ 0 h 339733"/>
              <a:gd name="connsiteX4" fmla="*/ 712732 w 712732"/>
              <a:gd name="connsiteY4" fmla="*/ 320147 h 339733"/>
              <a:gd name="connsiteX5" fmla="*/ 686349 w 712732"/>
              <a:gd name="connsiteY5" fmla="*/ 327966 h 339733"/>
              <a:gd name="connsiteX6" fmla="*/ 109004 w 712732"/>
              <a:gd name="connsiteY6" fmla="*/ 151447 h 33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2732" h="339733">
                <a:moveTo>
                  <a:pt x="109004" y="151447"/>
                </a:moveTo>
                <a:cubicBezTo>
                  <a:pt x="77623" y="120066"/>
                  <a:pt x="50164" y="86248"/>
                  <a:pt x="26628" y="50602"/>
                </a:cubicBezTo>
                <a:lnTo>
                  <a:pt x="0" y="0"/>
                </a:lnTo>
                <a:lnTo>
                  <a:pt x="392584" y="0"/>
                </a:lnTo>
                <a:lnTo>
                  <a:pt x="712732" y="320147"/>
                </a:lnTo>
                <a:lnTo>
                  <a:pt x="686349" y="327966"/>
                </a:lnTo>
                <a:cubicBezTo>
                  <a:pt x="483746" y="367192"/>
                  <a:pt x="265910" y="308353"/>
                  <a:pt x="109004" y="151447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C8DBCE25-2039-452A-BBDA-3A588FB3BE62}"/>
              </a:ext>
            </a:extLst>
          </p:cNvPr>
          <p:cNvSpPr/>
          <p:nvPr/>
        </p:nvSpPr>
        <p:spPr>
          <a:xfrm rot="8100000">
            <a:off x="11569070" y="6078378"/>
            <a:ext cx="776999" cy="638356"/>
          </a:xfrm>
          <a:custGeom>
            <a:avLst/>
            <a:gdLst>
              <a:gd name="connsiteX0" fmla="*/ 0 w 776999"/>
              <a:gd name="connsiteY0" fmla="*/ 638356 h 638356"/>
              <a:gd name="connsiteX1" fmla="*/ 11337 w 776999"/>
              <a:gd name="connsiteY1" fmla="*/ 520070 h 638356"/>
              <a:gd name="connsiteX2" fmla="*/ 187856 w 776999"/>
              <a:gd name="connsiteY2" fmla="*/ 188286 h 638356"/>
              <a:gd name="connsiteX3" fmla="*/ 765201 w 776999"/>
              <a:gd name="connsiteY3" fmla="*/ 11768 h 638356"/>
              <a:gd name="connsiteX4" fmla="*/ 776999 w 776999"/>
              <a:gd name="connsiteY4" fmla="*/ 15264 h 638356"/>
              <a:gd name="connsiteX5" fmla="*/ 422404 w 776999"/>
              <a:gd name="connsiteY5" fmla="*/ 369859 h 638356"/>
              <a:gd name="connsiteX6" fmla="*/ 313243 w 776999"/>
              <a:gd name="connsiteY6" fmla="*/ 633397 h 638356"/>
              <a:gd name="connsiteX7" fmla="*/ 313718 w 776999"/>
              <a:gd name="connsiteY7" fmla="*/ 638356 h 638356"/>
              <a:gd name="connsiteX8" fmla="*/ 0 w 776999"/>
              <a:gd name="connsiteY8" fmla="*/ 638356 h 63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99" h="638356">
                <a:moveTo>
                  <a:pt x="0" y="638356"/>
                </a:moveTo>
                <a:lnTo>
                  <a:pt x="11337" y="520070"/>
                </a:lnTo>
                <a:cubicBezTo>
                  <a:pt x="34873" y="398508"/>
                  <a:pt x="93713" y="282430"/>
                  <a:pt x="187856" y="188286"/>
                </a:cubicBezTo>
                <a:cubicBezTo>
                  <a:pt x="344762" y="31381"/>
                  <a:pt x="562598" y="-27459"/>
                  <a:pt x="765201" y="11768"/>
                </a:cubicBezTo>
                <a:lnTo>
                  <a:pt x="776999" y="15264"/>
                </a:lnTo>
                <a:lnTo>
                  <a:pt x="422404" y="369859"/>
                </a:lnTo>
                <a:cubicBezTo>
                  <a:pt x="349630" y="442633"/>
                  <a:pt x="313243" y="538016"/>
                  <a:pt x="313243" y="633397"/>
                </a:cubicBezTo>
                <a:lnTo>
                  <a:pt x="313718" y="638356"/>
                </a:lnTo>
                <a:lnTo>
                  <a:pt x="0" y="638356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E3651E6A-0277-45A4-9321-C8FC2307E9A1}"/>
              </a:ext>
            </a:extLst>
          </p:cNvPr>
          <p:cNvSpPr/>
          <p:nvPr/>
        </p:nvSpPr>
        <p:spPr>
          <a:xfrm rot="8100000">
            <a:off x="2346250" y="9187540"/>
            <a:ext cx="4649943" cy="2537757"/>
          </a:xfrm>
          <a:custGeom>
            <a:avLst/>
            <a:gdLst>
              <a:gd name="connsiteX0" fmla="*/ 1460759 w 3463180"/>
              <a:gd name="connsiteY0" fmla="*/ 1780907 h 1890068"/>
              <a:gd name="connsiteX1" fmla="*/ 0 w 3463180"/>
              <a:gd name="connsiteY1" fmla="*/ 320147 h 1890068"/>
              <a:gd name="connsiteX2" fmla="*/ 92742 w 3463180"/>
              <a:gd name="connsiteY2" fmla="*/ 292663 h 1890068"/>
              <a:gd name="connsiteX3" fmla="*/ 305401 w 3463180"/>
              <a:gd name="connsiteY3" fmla="*/ 151447 h 1890068"/>
              <a:gd name="connsiteX4" fmla="*/ 387776 w 3463180"/>
              <a:gd name="connsiteY4" fmla="*/ 50602 h 1890068"/>
              <a:gd name="connsiteX5" fmla="*/ 414405 w 3463180"/>
              <a:gd name="connsiteY5" fmla="*/ 0 h 1890068"/>
              <a:gd name="connsiteX6" fmla="*/ 3044140 w 3463180"/>
              <a:gd name="connsiteY6" fmla="*/ 0 h 1890068"/>
              <a:gd name="connsiteX7" fmla="*/ 3060819 w 3463180"/>
              <a:gd name="connsiteY7" fmla="*/ 31694 h 1890068"/>
              <a:gd name="connsiteX8" fmla="*/ 3143195 w 3463180"/>
              <a:gd name="connsiteY8" fmla="*/ 132540 h 1890068"/>
              <a:gd name="connsiteX9" fmla="*/ 3355854 w 3463180"/>
              <a:gd name="connsiteY9" fmla="*/ 273755 h 1890068"/>
              <a:gd name="connsiteX10" fmla="*/ 3463180 w 3463180"/>
              <a:gd name="connsiteY10" fmla="*/ 305562 h 1890068"/>
              <a:gd name="connsiteX11" fmla="*/ 1987835 w 3463180"/>
              <a:gd name="connsiteY11" fmla="*/ 1780907 h 1890068"/>
              <a:gd name="connsiteX12" fmla="*/ 1460759 w 3463180"/>
              <a:gd name="connsiteY12" fmla="*/ 1780907 h 1890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63180" h="1890068">
                <a:moveTo>
                  <a:pt x="1460759" y="1780907"/>
                </a:moveTo>
                <a:lnTo>
                  <a:pt x="0" y="320147"/>
                </a:lnTo>
                <a:lnTo>
                  <a:pt x="92742" y="292663"/>
                </a:lnTo>
                <a:cubicBezTo>
                  <a:pt x="170128" y="261281"/>
                  <a:pt x="242639" y="214209"/>
                  <a:pt x="305401" y="151447"/>
                </a:cubicBezTo>
                <a:cubicBezTo>
                  <a:pt x="336782" y="120066"/>
                  <a:pt x="364240" y="86248"/>
                  <a:pt x="387776" y="50602"/>
                </a:cubicBezTo>
                <a:lnTo>
                  <a:pt x="414405" y="0"/>
                </a:lnTo>
                <a:lnTo>
                  <a:pt x="3044140" y="0"/>
                </a:lnTo>
                <a:lnTo>
                  <a:pt x="3060819" y="31694"/>
                </a:lnTo>
                <a:cubicBezTo>
                  <a:pt x="3084355" y="67340"/>
                  <a:pt x="3111813" y="101158"/>
                  <a:pt x="3143195" y="132540"/>
                </a:cubicBezTo>
                <a:cubicBezTo>
                  <a:pt x="3205957" y="195302"/>
                  <a:pt x="3278468" y="242374"/>
                  <a:pt x="3355854" y="273755"/>
                </a:cubicBezTo>
                <a:lnTo>
                  <a:pt x="3463180" y="305562"/>
                </a:lnTo>
                <a:lnTo>
                  <a:pt x="1987835" y="1780907"/>
                </a:lnTo>
                <a:cubicBezTo>
                  <a:pt x="1842287" y="1926455"/>
                  <a:pt x="1606307" y="1926455"/>
                  <a:pt x="1460759" y="1780907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5C3D8B2B-7E72-4A4D-9235-2F149024DF42}"/>
              </a:ext>
            </a:extLst>
          </p:cNvPr>
          <p:cNvSpPr/>
          <p:nvPr/>
        </p:nvSpPr>
        <p:spPr>
          <a:xfrm rot="8100000">
            <a:off x="10846726" y="6199916"/>
            <a:ext cx="971553" cy="307612"/>
          </a:xfrm>
          <a:custGeom>
            <a:avLst/>
            <a:gdLst>
              <a:gd name="connsiteX0" fmla="*/ 157718 w 971553"/>
              <a:gd name="connsiteY0" fmla="*/ 307612 h 307612"/>
              <a:gd name="connsiteX1" fmla="*/ 108686 w 971553"/>
              <a:gd name="connsiteY1" fmla="*/ 258579 h 307612"/>
              <a:gd name="connsiteX2" fmla="*/ 6347 w 971553"/>
              <a:gd name="connsiteY2" fmla="*/ 66224 h 307612"/>
              <a:gd name="connsiteX3" fmla="*/ 0 w 971553"/>
              <a:gd name="connsiteY3" fmla="*/ 0 h 307612"/>
              <a:gd name="connsiteX4" fmla="*/ 971122 w 971553"/>
              <a:gd name="connsiteY4" fmla="*/ 0 h 307612"/>
              <a:gd name="connsiteX5" fmla="*/ 971553 w 971553"/>
              <a:gd name="connsiteY5" fmla="*/ 4495 h 307612"/>
              <a:gd name="connsiteX6" fmla="*/ 924482 w 971553"/>
              <a:gd name="connsiteY6" fmla="*/ 246400 h 307612"/>
              <a:gd name="connsiteX7" fmla="*/ 892271 w 971553"/>
              <a:gd name="connsiteY7" fmla="*/ 307612 h 307612"/>
              <a:gd name="connsiteX8" fmla="*/ 157718 w 971553"/>
              <a:gd name="connsiteY8" fmla="*/ 307612 h 30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1553" h="307612">
                <a:moveTo>
                  <a:pt x="157718" y="307612"/>
                </a:moveTo>
                <a:lnTo>
                  <a:pt x="108686" y="258579"/>
                </a:lnTo>
                <a:cubicBezTo>
                  <a:pt x="54105" y="203999"/>
                  <a:pt x="19993" y="136702"/>
                  <a:pt x="6347" y="66224"/>
                </a:cubicBezTo>
                <a:lnTo>
                  <a:pt x="0" y="0"/>
                </a:lnTo>
                <a:lnTo>
                  <a:pt x="971122" y="0"/>
                </a:lnTo>
                <a:lnTo>
                  <a:pt x="971553" y="4495"/>
                </a:lnTo>
                <a:cubicBezTo>
                  <a:pt x="971554" y="86755"/>
                  <a:pt x="955863" y="169015"/>
                  <a:pt x="924482" y="246400"/>
                </a:cubicBezTo>
                <a:lnTo>
                  <a:pt x="892271" y="307612"/>
                </a:lnTo>
                <a:lnTo>
                  <a:pt x="157718" y="30761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D6A346A6-AE4F-41FB-B514-6BAE4AC9619B}"/>
              </a:ext>
            </a:extLst>
          </p:cNvPr>
          <p:cNvSpPr/>
          <p:nvPr/>
        </p:nvSpPr>
        <p:spPr>
          <a:xfrm rot="8100000">
            <a:off x="9281661" y="7347697"/>
            <a:ext cx="3463180" cy="2207597"/>
          </a:xfrm>
          <a:custGeom>
            <a:avLst/>
            <a:gdLst>
              <a:gd name="connsiteX0" fmla="*/ 507841 w 3463180"/>
              <a:gd name="connsiteY0" fmla="*/ 2207597 h 2207597"/>
              <a:gd name="connsiteX1" fmla="*/ 496504 w 3463180"/>
              <a:gd name="connsiteY1" fmla="*/ 2089311 h 2207597"/>
              <a:gd name="connsiteX2" fmla="*/ 319986 w 3463180"/>
              <a:gd name="connsiteY2" fmla="*/ 1757527 h 2207597"/>
              <a:gd name="connsiteX3" fmla="*/ 107327 w 3463180"/>
              <a:gd name="connsiteY3" fmla="*/ 1616312 h 2207597"/>
              <a:gd name="connsiteX4" fmla="*/ 0 w 3463180"/>
              <a:gd name="connsiteY4" fmla="*/ 1584505 h 2207597"/>
              <a:gd name="connsiteX5" fmla="*/ 1475344 w 3463180"/>
              <a:gd name="connsiteY5" fmla="*/ 109161 h 2207597"/>
              <a:gd name="connsiteX6" fmla="*/ 2002420 w 3463180"/>
              <a:gd name="connsiteY6" fmla="*/ 109161 h 2207597"/>
              <a:gd name="connsiteX7" fmla="*/ 3463180 w 3463180"/>
              <a:gd name="connsiteY7" fmla="*/ 1569921 h 2207597"/>
              <a:gd name="connsiteX8" fmla="*/ 3370439 w 3463180"/>
              <a:gd name="connsiteY8" fmla="*/ 1597405 h 2207597"/>
              <a:gd name="connsiteX9" fmla="*/ 3157780 w 3463180"/>
              <a:gd name="connsiteY9" fmla="*/ 1738620 h 2207597"/>
              <a:gd name="connsiteX10" fmla="*/ 2969494 w 3463180"/>
              <a:gd name="connsiteY10" fmla="*/ 2193184 h 2207597"/>
              <a:gd name="connsiteX11" fmla="*/ 2970875 w 3463180"/>
              <a:gd name="connsiteY11" fmla="*/ 2207597 h 2207597"/>
              <a:gd name="connsiteX12" fmla="*/ 507841 w 3463180"/>
              <a:gd name="connsiteY12" fmla="*/ 2207597 h 2207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63180" h="2207597">
                <a:moveTo>
                  <a:pt x="507841" y="2207597"/>
                </a:moveTo>
                <a:lnTo>
                  <a:pt x="496504" y="2089311"/>
                </a:lnTo>
                <a:cubicBezTo>
                  <a:pt x="472969" y="1967750"/>
                  <a:pt x="414129" y="1851671"/>
                  <a:pt x="319986" y="1757527"/>
                </a:cubicBezTo>
                <a:cubicBezTo>
                  <a:pt x="257224" y="1694765"/>
                  <a:pt x="184712" y="1647694"/>
                  <a:pt x="107327" y="1616312"/>
                </a:cubicBezTo>
                <a:lnTo>
                  <a:pt x="0" y="1584505"/>
                </a:lnTo>
                <a:lnTo>
                  <a:pt x="1475344" y="109161"/>
                </a:lnTo>
                <a:cubicBezTo>
                  <a:pt x="1620892" y="-36387"/>
                  <a:pt x="1856872" y="-36387"/>
                  <a:pt x="2002420" y="109161"/>
                </a:cubicBezTo>
                <a:lnTo>
                  <a:pt x="3463180" y="1569921"/>
                </a:lnTo>
                <a:lnTo>
                  <a:pt x="3370439" y="1597405"/>
                </a:lnTo>
                <a:cubicBezTo>
                  <a:pt x="3293053" y="1628786"/>
                  <a:pt x="3220542" y="1675858"/>
                  <a:pt x="3157780" y="1738620"/>
                </a:cubicBezTo>
                <a:cubicBezTo>
                  <a:pt x="3032255" y="1864145"/>
                  <a:pt x="2969493" y="2028664"/>
                  <a:pt x="2969494" y="2193184"/>
                </a:cubicBezTo>
                <a:lnTo>
                  <a:pt x="2970875" y="2207597"/>
                </a:lnTo>
                <a:lnTo>
                  <a:pt x="507841" y="2207597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C75D97FD-4305-475B-8471-A1E71FAB4096}"/>
              </a:ext>
            </a:extLst>
          </p:cNvPr>
          <p:cNvSpPr/>
          <p:nvPr/>
        </p:nvSpPr>
        <p:spPr>
          <a:xfrm rot="8100000">
            <a:off x="8419590" y="8627743"/>
            <a:ext cx="970171" cy="307612"/>
          </a:xfrm>
          <a:custGeom>
            <a:avLst/>
            <a:gdLst>
              <a:gd name="connsiteX0" fmla="*/ 87850 w 970171"/>
              <a:gd name="connsiteY0" fmla="*/ 307612 h 307612"/>
              <a:gd name="connsiteX1" fmla="*/ 45689 w 970171"/>
              <a:gd name="connsiteY1" fmla="*/ 227493 h 307612"/>
              <a:gd name="connsiteX2" fmla="*/ 10386 w 970171"/>
              <a:gd name="connsiteY2" fmla="*/ 108368 h 307612"/>
              <a:gd name="connsiteX3" fmla="*/ 0 w 970171"/>
              <a:gd name="connsiteY3" fmla="*/ 0 h 307612"/>
              <a:gd name="connsiteX4" fmla="*/ 970171 w 970171"/>
              <a:gd name="connsiteY4" fmla="*/ 0 h 307612"/>
              <a:gd name="connsiteX5" fmla="*/ 963824 w 970171"/>
              <a:gd name="connsiteY5" fmla="*/ 66224 h 307612"/>
              <a:gd name="connsiteX6" fmla="*/ 861485 w 970171"/>
              <a:gd name="connsiteY6" fmla="*/ 258579 h 307612"/>
              <a:gd name="connsiteX7" fmla="*/ 812452 w 970171"/>
              <a:gd name="connsiteY7" fmla="*/ 307612 h 307612"/>
              <a:gd name="connsiteX8" fmla="*/ 87850 w 970171"/>
              <a:gd name="connsiteY8" fmla="*/ 307612 h 30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0171" h="307612">
                <a:moveTo>
                  <a:pt x="87850" y="307612"/>
                </a:moveTo>
                <a:lnTo>
                  <a:pt x="45689" y="227493"/>
                </a:lnTo>
                <a:cubicBezTo>
                  <a:pt x="29999" y="188800"/>
                  <a:pt x="18232" y="148889"/>
                  <a:pt x="10386" y="108368"/>
                </a:cubicBezTo>
                <a:lnTo>
                  <a:pt x="0" y="0"/>
                </a:lnTo>
                <a:lnTo>
                  <a:pt x="970171" y="0"/>
                </a:lnTo>
                <a:lnTo>
                  <a:pt x="963824" y="66224"/>
                </a:lnTo>
                <a:cubicBezTo>
                  <a:pt x="950178" y="136702"/>
                  <a:pt x="916066" y="203999"/>
                  <a:pt x="861485" y="258579"/>
                </a:cubicBezTo>
                <a:lnTo>
                  <a:pt x="812452" y="307612"/>
                </a:lnTo>
                <a:lnTo>
                  <a:pt x="87850" y="30761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E7DA041-AE67-4B2D-980B-C25C124B31E3}"/>
              </a:ext>
            </a:extLst>
          </p:cNvPr>
          <p:cNvSpPr/>
          <p:nvPr/>
        </p:nvSpPr>
        <p:spPr>
          <a:xfrm rot="8100000">
            <a:off x="8079657" y="8657682"/>
            <a:ext cx="688198" cy="320826"/>
          </a:xfrm>
          <a:custGeom>
            <a:avLst/>
            <a:gdLst>
              <a:gd name="connsiteX0" fmla="*/ 0 w 688198"/>
              <a:gd name="connsiteY0" fmla="*/ 305562 h 320826"/>
              <a:gd name="connsiteX1" fmla="*/ 305562 w 688198"/>
              <a:gd name="connsiteY1" fmla="*/ 0 h 320826"/>
              <a:gd name="connsiteX2" fmla="*/ 688198 w 688198"/>
              <a:gd name="connsiteY2" fmla="*/ 0 h 320826"/>
              <a:gd name="connsiteX3" fmla="*/ 671519 w 688198"/>
              <a:gd name="connsiteY3" fmla="*/ 31694 h 320826"/>
              <a:gd name="connsiteX4" fmla="*/ 589143 w 688198"/>
              <a:gd name="connsiteY4" fmla="*/ 132540 h 320826"/>
              <a:gd name="connsiteX5" fmla="*/ 11799 w 688198"/>
              <a:gd name="connsiteY5" fmla="*/ 309058 h 320826"/>
              <a:gd name="connsiteX6" fmla="*/ 0 w 688198"/>
              <a:gd name="connsiteY6" fmla="*/ 305562 h 320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198" h="320826">
                <a:moveTo>
                  <a:pt x="0" y="305562"/>
                </a:moveTo>
                <a:lnTo>
                  <a:pt x="305562" y="0"/>
                </a:lnTo>
                <a:lnTo>
                  <a:pt x="688198" y="0"/>
                </a:lnTo>
                <a:lnTo>
                  <a:pt x="671519" y="31694"/>
                </a:lnTo>
                <a:cubicBezTo>
                  <a:pt x="647983" y="67340"/>
                  <a:pt x="620525" y="101158"/>
                  <a:pt x="589143" y="132540"/>
                </a:cubicBezTo>
                <a:cubicBezTo>
                  <a:pt x="432238" y="289445"/>
                  <a:pt x="214402" y="348285"/>
                  <a:pt x="11799" y="309058"/>
                </a:cubicBezTo>
                <a:lnTo>
                  <a:pt x="0" y="30556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77B529AE-54E7-4E50-B239-83EB1E4D0EFB}"/>
              </a:ext>
            </a:extLst>
          </p:cNvPr>
          <p:cNvSpPr/>
          <p:nvPr/>
        </p:nvSpPr>
        <p:spPr>
          <a:xfrm rot="8100000">
            <a:off x="7837619" y="9363825"/>
            <a:ext cx="661949" cy="307612"/>
          </a:xfrm>
          <a:custGeom>
            <a:avLst/>
            <a:gdLst>
              <a:gd name="connsiteX0" fmla="*/ 0 w 661949"/>
              <a:gd name="connsiteY0" fmla="*/ 307612 h 307612"/>
              <a:gd name="connsiteX1" fmla="*/ 42161 w 661949"/>
              <a:gd name="connsiteY1" fmla="*/ 227493 h 307612"/>
              <a:gd name="connsiteX2" fmla="*/ 77464 w 661949"/>
              <a:gd name="connsiteY2" fmla="*/ 108368 h 307612"/>
              <a:gd name="connsiteX3" fmla="*/ 87850 w 661949"/>
              <a:gd name="connsiteY3" fmla="*/ 0 h 307612"/>
              <a:gd name="connsiteX4" fmla="*/ 661949 w 661949"/>
              <a:gd name="connsiteY4" fmla="*/ 0 h 307612"/>
              <a:gd name="connsiteX5" fmla="*/ 661949 w 661949"/>
              <a:gd name="connsiteY5" fmla="*/ 307612 h 307612"/>
              <a:gd name="connsiteX6" fmla="*/ 0 w 661949"/>
              <a:gd name="connsiteY6" fmla="*/ 307612 h 307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949" h="307612">
                <a:moveTo>
                  <a:pt x="0" y="307612"/>
                </a:moveTo>
                <a:lnTo>
                  <a:pt x="42161" y="227493"/>
                </a:lnTo>
                <a:cubicBezTo>
                  <a:pt x="57851" y="188800"/>
                  <a:pt x="69619" y="148889"/>
                  <a:pt x="77464" y="108368"/>
                </a:cubicBezTo>
                <a:lnTo>
                  <a:pt x="87850" y="0"/>
                </a:lnTo>
                <a:lnTo>
                  <a:pt x="661949" y="0"/>
                </a:lnTo>
                <a:lnTo>
                  <a:pt x="661949" y="307612"/>
                </a:lnTo>
                <a:lnTo>
                  <a:pt x="0" y="30761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F52E386-BF79-4051-9030-B3258145B4D8}"/>
              </a:ext>
            </a:extLst>
          </p:cNvPr>
          <p:cNvSpPr/>
          <p:nvPr/>
        </p:nvSpPr>
        <p:spPr>
          <a:xfrm rot="8100000">
            <a:off x="8564679" y="9079177"/>
            <a:ext cx="792015" cy="657263"/>
          </a:xfrm>
          <a:custGeom>
            <a:avLst/>
            <a:gdLst>
              <a:gd name="connsiteX0" fmla="*/ 477866 w 792015"/>
              <a:gd name="connsiteY0" fmla="*/ 657263 h 657263"/>
              <a:gd name="connsiteX1" fmla="*/ 478341 w 792015"/>
              <a:gd name="connsiteY1" fmla="*/ 652304 h 657263"/>
              <a:gd name="connsiteX2" fmla="*/ 369180 w 792015"/>
              <a:gd name="connsiteY2" fmla="*/ 388766 h 657263"/>
              <a:gd name="connsiteX3" fmla="*/ 0 w 792015"/>
              <a:gd name="connsiteY3" fmla="*/ 19587 h 657263"/>
              <a:gd name="connsiteX4" fmla="*/ 26384 w 792015"/>
              <a:gd name="connsiteY4" fmla="*/ 11768 h 657263"/>
              <a:gd name="connsiteX5" fmla="*/ 603728 w 792015"/>
              <a:gd name="connsiteY5" fmla="*/ 188286 h 657263"/>
              <a:gd name="connsiteX6" fmla="*/ 792015 w 792015"/>
              <a:gd name="connsiteY6" fmla="*/ 642850 h 657263"/>
              <a:gd name="connsiteX7" fmla="*/ 790633 w 792015"/>
              <a:gd name="connsiteY7" fmla="*/ 657263 h 657263"/>
              <a:gd name="connsiteX8" fmla="*/ 477866 w 792015"/>
              <a:gd name="connsiteY8" fmla="*/ 657263 h 657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2015" h="657263">
                <a:moveTo>
                  <a:pt x="477866" y="657263"/>
                </a:moveTo>
                <a:lnTo>
                  <a:pt x="478341" y="652304"/>
                </a:lnTo>
                <a:cubicBezTo>
                  <a:pt x="478341" y="556923"/>
                  <a:pt x="441954" y="461540"/>
                  <a:pt x="369180" y="388766"/>
                </a:cubicBezTo>
                <a:lnTo>
                  <a:pt x="0" y="19587"/>
                </a:lnTo>
                <a:lnTo>
                  <a:pt x="26384" y="11768"/>
                </a:lnTo>
                <a:cubicBezTo>
                  <a:pt x="228987" y="-27459"/>
                  <a:pt x="446823" y="31381"/>
                  <a:pt x="603728" y="188286"/>
                </a:cubicBezTo>
                <a:cubicBezTo>
                  <a:pt x="729253" y="313810"/>
                  <a:pt x="792015" y="478331"/>
                  <a:pt x="792015" y="642850"/>
                </a:cubicBezTo>
                <a:lnTo>
                  <a:pt x="790633" y="657263"/>
                </a:lnTo>
                <a:lnTo>
                  <a:pt x="477866" y="657263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CA62A602-AED7-4B41-BE37-00B577BB52E3}"/>
              </a:ext>
            </a:extLst>
          </p:cNvPr>
          <p:cNvSpPr/>
          <p:nvPr/>
        </p:nvSpPr>
        <p:spPr>
          <a:xfrm rot="-2700000">
            <a:off x="11099312" y="-4726465"/>
            <a:ext cx="415320" cy="581891"/>
          </a:xfrm>
          <a:custGeom>
            <a:avLst/>
            <a:gdLst>
              <a:gd name="connsiteX0" fmla="*/ 415320 w 415320"/>
              <a:gd name="connsiteY0" fmla="*/ 0 h 581891"/>
              <a:gd name="connsiteX1" fmla="*/ 415320 w 415320"/>
              <a:gd name="connsiteY1" fmla="*/ 581891 h 581891"/>
              <a:gd name="connsiteX2" fmla="*/ 0 w 415320"/>
              <a:gd name="connsiteY2" fmla="*/ 581891 h 581891"/>
              <a:gd name="connsiteX3" fmla="*/ 45697 w 415320"/>
              <a:gd name="connsiteY3" fmla="*/ 525948 h 581891"/>
              <a:gd name="connsiteX4" fmla="*/ 45697 w 415320"/>
              <a:gd name="connsiteY4" fmla="*/ 55944 h 581891"/>
              <a:gd name="connsiteX5" fmla="*/ 0 w 415320"/>
              <a:gd name="connsiteY5" fmla="*/ 0 h 581891"/>
              <a:gd name="connsiteX6" fmla="*/ 415320 w 415320"/>
              <a:gd name="connsiteY6" fmla="*/ 0 h 581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5320" h="581891">
                <a:moveTo>
                  <a:pt x="415320" y="0"/>
                </a:moveTo>
                <a:lnTo>
                  <a:pt x="415320" y="581891"/>
                </a:lnTo>
                <a:lnTo>
                  <a:pt x="0" y="581891"/>
                </a:lnTo>
                <a:lnTo>
                  <a:pt x="45697" y="525948"/>
                </a:lnTo>
                <a:cubicBezTo>
                  <a:pt x="139516" y="383853"/>
                  <a:pt x="139517" y="198039"/>
                  <a:pt x="45697" y="55944"/>
                </a:cubicBezTo>
                <a:lnTo>
                  <a:pt x="0" y="0"/>
                </a:lnTo>
                <a:lnTo>
                  <a:pt x="41532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564B761F-73CC-4C4E-8288-364C7DF8DDA3}"/>
              </a:ext>
            </a:extLst>
          </p:cNvPr>
          <p:cNvSpPr/>
          <p:nvPr/>
        </p:nvSpPr>
        <p:spPr>
          <a:xfrm rot="-2700000">
            <a:off x="9954740" y="-4672084"/>
            <a:ext cx="926071" cy="591749"/>
          </a:xfrm>
          <a:custGeom>
            <a:avLst/>
            <a:gdLst>
              <a:gd name="connsiteX0" fmla="*/ 336348 w 926071"/>
              <a:gd name="connsiteY0" fmla="*/ 0 h 591749"/>
              <a:gd name="connsiteX1" fmla="*/ 917039 w 926071"/>
              <a:gd name="connsiteY1" fmla="*/ 580692 h 591749"/>
              <a:gd name="connsiteX2" fmla="*/ 926071 w 926071"/>
              <a:gd name="connsiteY2" fmla="*/ 591748 h 591749"/>
              <a:gd name="connsiteX3" fmla="*/ 0 w 926071"/>
              <a:gd name="connsiteY3" fmla="*/ 591749 h 591749"/>
              <a:gd name="connsiteX4" fmla="*/ 13006 w 926071"/>
              <a:gd name="connsiteY4" fmla="*/ 538476 h 591749"/>
              <a:gd name="connsiteX5" fmla="*/ 331011 w 926071"/>
              <a:gd name="connsiteY5" fmla="*/ 4824 h 591749"/>
              <a:gd name="connsiteX6" fmla="*/ 336348 w 926071"/>
              <a:gd name="connsiteY6" fmla="*/ 0 h 591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6071" h="591749">
                <a:moveTo>
                  <a:pt x="336348" y="0"/>
                </a:moveTo>
                <a:lnTo>
                  <a:pt x="917039" y="580692"/>
                </a:lnTo>
                <a:lnTo>
                  <a:pt x="926071" y="591748"/>
                </a:lnTo>
                <a:lnTo>
                  <a:pt x="0" y="591749"/>
                </a:lnTo>
                <a:lnTo>
                  <a:pt x="13006" y="538476"/>
                </a:lnTo>
                <a:cubicBezTo>
                  <a:pt x="70825" y="343129"/>
                  <a:pt x="176827" y="159008"/>
                  <a:pt x="331011" y="4824"/>
                </a:cubicBezTo>
                <a:lnTo>
                  <a:pt x="336348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B06D93D5-8405-40C9-A652-BD8FCB9E45A3}"/>
              </a:ext>
            </a:extLst>
          </p:cNvPr>
          <p:cNvSpPr/>
          <p:nvPr/>
        </p:nvSpPr>
        <p:spPr>
          <a:xfrm rot="-2700000">
            <a:off x="10783551" y="-3841750"/>
            <a:ext cx="933636" cy="606971"/>
          </a:xfrm>
          <a:custGeom>
            <a:avLst/>
            <a:gdLst>
              <a:gd name="connsiteX0" fmla="*/ 933636 w 933636"/>
              <a:gd name="connsiteY0" fmla="*/ 0 h 606971"/>
              <a:gd name="connsiteX1" fmla="*/ 924604 w 933636"/>
              <a:gd name="connsiteY1" fmla="*/ 11057 h 606971"/>
              <a:gd name="connsiteX2" fmla="*/ 328691 w 933636"/>
              <a:gd name="connsiteY2" fmla="*/ 606971 h 606971"/>
              <a:gd name="connsiteX3" fmla="*/ 251847 w 933636"/>
              <a:gd name="connsiteY3" fmla="*/ 521954 h 606971"/>
              <a:gd name="connsiteX4" fmla="*/ 20571 w 933636"/>
              <a:gd name="connsiteY4" fmla="*/ 84255 h 606971"/>
              <a:gd name="connsiteX5" fmla="*/ 0 w 933636"/>
              <a:gd name="connsiteY5" fmla="*/ 1 h 606971"/>
              <a:gd name="connsiteX6" fmla="*/ 933636 w 933636"/>
              <a:gd name="connsiteY6" fmla="*/ 0 h 606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3636" h="606971">
                <a:moveTo>
                  <a:pt x="933636" y="0"/>
                </a:moveTo>
                <a:lnTo>
                  <a:pt x="924604" y="11057"/>
                </a:lnTo>
                <a:lnTo>
                  <a:pt x="328691" y="606971"/>
                </a:lnTo>
                <a:lnTo>
                  <a:pt x="251847" y="521954"/>
                </a:lnTo>
                <a:cubicBezTo>
                  <a:pt x="143918" y="389626"/>
                  <a:pt x="66826" y="240532"/>
                  <a:pt x="20571" y="84255"/>
                </a:cubicBezTo>
                <a:lnTo>
                  <a:pt x="0" y="1"/>
                </a:lnTo>
                <a:lnTo>
                  <a:pt x="933636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1AFD0220-9247-421E-A097-477B7C549BEB}"/>
              </a:ext>
            </a:extLst>
          </p:cNvPr>
          <p:cNvSpPr/>
          <p:nvPr/>
        </p:nvSpPr>
        <p:spPr>
          <a:xfrm rot="-2700000">
            <a:off x="7329152" y="-2609192"/>
            <a:ext cx="3721092" cy="581892"/>
          </a:xfrm>
          <a:custGeom>
            <a:avLst/>
            <a:gdLst>
              <a:gd name="connsiteX0" fmla="*/ 3721092 w 3721092"/>
              <a:gd name="connsiteY0" fmla="*/ 1 h 581892"/>
              <a:gd name="connsiteX1" fmla="*/ 3705188 w 3721092"/>
              <a:gd name="connsiteY1" fmla="*/ 65134 h 581892"/>
              <a:gd name="connsiteX2" fmla="*/ 3705188 w 3721092"/>
              <a:gd name="connsiteY2" fmla="*/ 547740 h 581892"/>
              <a:gd name="connsiteX3" fmla="*/ 3713527 w 3721092"/>
              <a:gd name="connsiteY3" fmla="*/ 581892 h 581892"/>
              <a:gd name="connsiteX4" fmla="*/ 6921 w 3721092"/>
              <a:gd name="connsiteY4" fmla="*/ 581891 h 581892"/>
              <a:gd name="connsiteX5" fmla="*/ 15581 w 3721092"/>
              <a:gd name="connsiteY5" fmla="*/ 546421 h 581892"/>
              <a:gd name="connsiteX6" fmla="*/ 15581 w 3721092"/>
              <a:gd name="connsiteY6" fmla="*/ 63815 h 581892"/>
              <a:gd name="connsiteX7" fmla="*/ 0 w 3721092"/>
              <a:gd name="connsiteY7" fmla="*/ 0 h 581892"/>
              <a:gd name="connsiteX8" fmla="*/ 3721092 w 3721092"/>
              <a:gd name="connsiteY8" fmla="*/ 1 h 58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092" h="581892">
                <a:moveTo>
                  <a:pt x="3721092" y="1"/>
                </a:moveTo>
                <a:lnTo>
                  <a:pt x="3705188" y="65134"/>
                </a:lnTo>
                <a:cubicBezTo>
                  <a:pt x="3674352" y="224407"/>
                  <a:pt x="3674352" y="388468"/>
                  <a:pt x="3705188" y="547740"/>
                </a:cubicBezTo>
                <a:lnTo>
                  <a:pt x="3713527" y="581892"/>
                </a:lnTo>
                <a:lnTo>
                  <a:pt x="6921" y="581891"/>
                </a:lnTo>
                <a:lnTo>
                  <a:pt x="15581" y="546421"/>
                </a:lnTo>
                <a:cubicBezTo>
                  <a:pt x="46418" y="387149"/>
                  <a:pt x="46418" y="223087"/>
                  <a:pt x="15581" y="63815"/>
                </a:cubicBezTo>
                <a:lnTo>
                  <a:pt x="0" y="0"/>
                </a:lnTo>
                <a:lnTo>
                  <a:pt x="3721092" y="1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025B8D90-0AAE-494B-A25B-45984C51E917}"/>
              </a:ext>
            </a:extLst>
          </p:cNvPr>
          <p:cNvSpPr/>
          <p:nvPr/>
        </p:nvSpPr>
        <p:spPr>
          <a:xfrm rot="-2700000">
            <a:off x="6664294" y="-1386718"/>
            <a:ext cx="930196" cy="594246"/>
          </a:xfrm>
          <a:custGeom>
            <a:avLst/>
            <a:gdLst>
              <a:gd name="connsiteX0" fmla="*/ 598862 w 930196"/>
              <a:gd name="connsiteY0" fmla="*/ 6002 h 594246"/>
              <a:gd name="connsiteX1" fmla="*/ 916867 w 930196"/>
              <a:gd name="connsiteY1" fmla="*/ 539655 h 594246"/>
              <a:gd name="connsiteX2" fmla="*/ 930196 w 930196"/>
              <a:gd name="connsiteY2" fmla="*/ 594246 h 594246"/>
              <a:gd name="connsiteX3" fmla="*/ 0 w 930196"/>
              <a:gd name="connsiteY3" fmla="*/ 594246 h 594246"/>
              <a:gd name="connsiteX4" fmla="*/ 9031 w 930196"/>
              <a:gd name="connsiteY4" fmla="*/ 583190 h 594246"/>
              <a:gd name="connsiteX5" fmla="*/ 592221 w 930196"/>
              <a:gd name="connsiteY5" fmla="*/ 0 h 594246"/>
              <a:gd name="connsiteX6" fmla="*/ 598862 w 930196"/>
              <a:gd name="connsiteY6" fmla="*/ 6002 h 594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0196" h="594246">
                <a:moveTo>
                  <a:pt x="598862" y="6002"/>
                </a:moveTo>
                <a:cubicBezTo>
                  <a:pt x="753047" y="160186"/>
                  <a:pt x="859048" y="344308"/>
                  <a:pt x="916867" y="539655"/>
                </a:cubicBezTo>
                <a:lnTo>
                  <a:pt x="930196" y="594246"/>
                </a:lnTo>
                <a:lnTo>
                  <a:pt x="0" y="594246"/>
                </a:lnTo>
                <a:lnTo>
                  <a:pt x="9031" y="583190"/>
                </a:lnTo>
                <a:lnTo>
                  <a:pt x="592221" y="0"/>
                </a:lnTo>
                <a:lnTo>
                  <a:pt x="598862" y="600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2293E6B1-9CB4-4C91-B513-C49389D17029}"/>
              </a:ext>
            </a:extLst>
          </p:cNvPr>
          <p:cNvSpPr/>
          <p:nvPr/>
        </p:nvSpPr>
        <p:spPr>
          <a:xfrm rot="-2700000">
            <a:off x="7499919" y="-559575"/>
            <a:ext cx="937117" cy="608342"/>
          </a:xfrm>
          <a:custGeom>
            <a:avLst/>
            <a:gdLst>
              <a:gd name="connsiteX0" fmla="*/ 937117 w 937117"/>
              <a:gd name="connsiteY0" fmla="*/ 0 h 608342"/>
              <a:gd name="connsiteX1" fmla="*/ 916867 w 937117"/>
              <a:gd name="connsiteY1" fmla="*/ 82935 h 608342"/>
              <a:gd name="connsiteX2" fmla="*/ 685591 w 937117"/>
              <a:gd name="connsiteY2" fmla="*/ 520635 h 608342"/>
              <a:gd name="connsiteX3" fmla="*/ 606316 w 937117"/>
              <a:gd name="connsiteY3" fmla="*/ 608342 h 608342"/>
              <a:gd name="connsiteX4" fmla="*/ 9031 w 937117"/>
              <a:gd name="connsiteY4" fmla="*/ 11057 h 608342"/>
              <a:gd name="connsiteX5" fmla="*/ 0 w 937117"/>
              <a:gd name="connsiteY5" fmla="*/ 0 h 608342"/>
              <a:gd name="connsiteX6" fmla="*/ 937117 w 937117"/>
              <a:gd name="connsiteY6" fmla="*/ 0 h 608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117" h="608342">
                <a:moveTo>
                  <a:pt x="937117" y="0"/>
                </a:moveTo>
                <a:lnTo>
                  <a:pt x="916867" y="82935"/>
                </a:lnTo>
                <a:cubicBezTo>
                  <a:pt x="870612" y="239213"/>
                  <a:pt x="793520" y="388306"/>
                  <a:pt x="685591" y="520635"/>
                </a:cubicBezTo>
                <a:lnTo>
                  <a:pt x="606316" y="608342"/>
                </a:lnTo>
                <a:lnTo>
                  <a:pt x="9031" y="11057"/>
                </a:lnTo>
                <a:lnTo>
                  <a:pt x="0" y="0"/>
                </a:lnTo>
                <a:lnTo>
                  <a:pt x="937117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355A768A-EC64-4016-88DE-62E15983712F}"/>
              </a:ext>
            </a:extLst>
          </p:cNvPr>
          <p:cNvSpPr/>
          <p:nvPr/>
        </p:nvSpPr>
        <p:spPr>
          <a:xfrm rot="-2700000">
            <a:off x="6861848" y="-489001"/>
            <a:ext cx="415320" cy="581891"/>
          </a:xfrm>
          <a:custGeom>
            <a:avLst/>
            <a:gdLst>
              <a:gd name="connsiteX0" fmla="*/ 415320 w 415320"/>
              <a:gd name="connsiteY0" fmla="*/ 0 h 581891"/>
              <a:gd name="connsiteX1" fmla="*/ 369623 w 415320"/>
              <a:gd name="connsiteY1" fmla="*/ 55944 h 581891"/>
              <a:gd name="connsiteX2" fmla="*/ 369623 w 415320"/>
              <a:gd name="connsiteY2" fmla="*/ 525948 h 581891"/>
              <a:gd name="connsiteX3" fmla="*/ 415320 w 415320"/>
              <a:gd name="connsiteY3" fmla="*/ 581891 h 581891"/>
              <a:gd name="connsiteX4" fmla="*/ 0 w 415320"/>
              <a:gd name="connsiteY4" fmla="*/ 581891 h 581891"/>
              <a:gd name="connsiteX5" fmla="*/ 0 w 415320"/>
              <a:gd name="connsiteY5" fmla="*/ 0 h 581891"/>
              <a:gd name="connsiteX6" fmla="*/ 415320 w 415320"/>
              <a:gd name="connsiteY6" fmla="*/ 0 h 581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5320" h="581891">
                <a:moveTo>
                  <a:pt x="415320" y="0"/>
                </a:moveTo>
                <a:lnTo>
                  <a:pt x="369623" y="55944"/>
                </a:lnTo>
                <a:cubicBezTo>
                  <a:pt x="275803" y="198039"/>
                  <a:pt x="275803" y="383853"/>
                  <a:pt x="369623" y="525948"/>
                </a:cubicBezTo>
                <a:lnTo>
                  <a:pt x="415320" y="581891"/>
                </a:lnTo>
                <a:lnTo>
                  <a:pt x="0" y="581891"/>
                </a:lnTo>
                <a:lnTo>
                  <a:pt x="0" y="0"/>
                </a:lnTo>
                <a:lnTo>
                  <a:pt x="41532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EDD26998-6074-48DA-A4A0-9100C18AD46A}"/>
              </a:ext>
            </a:extLst>
          </p:cNvPr>
          <p:cNvSpPr/>
          <p:nvPr/>
        </p:nvSpPr>
        <p:spPr>
          <a:xfrm rot="-2700000">
            <a:off x="10426029" y="-5879396"/>
            <a:ext cx="2166650" cy="2526807"/>
          </a:xfrm>
          <a:custGeom>
            <a:avLst/>
            <a:gdLst>
              <a:gd name="connsiteX0" fmla="*/ 1796608 w 2166650"/>
              <a:gd name="connsiteY0" fmla="*/ 370042 h 2526807"/>
              <a:gd name="connsiteX1" fmla="*/ 1796608 w 2166650"/>
              <a:gd name="connsiteY1" fmla="*/ 2156765 h 2526807"/>
              <a:gd name="connsiteX2" fmla="*/ 9885 w 2166650"/>
              <a:gd name="connsiteY2" fmla="*/ 2156765 h 2526807"/>
              <a:gd name="connsiteX3" fmla="*/ 0 w 2166650"/>
              <a:gd name="connsiteY3" fmla="*/ 2145828 h 2526807"/>
              <a:gd name="connsiteX4" fmla="*/ 595913 w 2166650"/>
              <a:gd name="connsiteY4" fmla="*/ 1549914 h 2526807"/>
              <a:gd name="connsiteX5" fmla="*/ 604945 w 2166650"/>
              <a:gd name="connsiteY5" fmla="*/ 1538857 h 2526807"/>
              <a:gd name="connsiteX6" fmla="*/ 1020265 w 2166650"/>
              <a:gd name="connsiteY6" fmla="*/ 1538857 h 2526807"/>
              <a:gd name="connsiteX7" fmla="*/ 1020265 w 2166650"/>
              <a:gd name="connsiteY7" fmla="*/ 956966 h 2526807"/>
              <a:gd name="connsiteX8" fmla="*/ 604945 w 2166650"/>
              <a:gd name="connsiteY8" fmla="*/ 956966 h 2526807"/>
              <a:gd name="connsiteX9" fmla="*/ 595913 w 2166650"/>
              <a:gd name="connsiteY9" fmla="*/ 945910 h 2526807"/>
              <a:gd name="connsiteX10" fmla="*/ 15222 w 2166650"/>
              <a:gd name="connsiteY10" fmla="*/ 365218 h 2526807"/>
              <a:gd name="connsiteX11" fmla="*/ 105839 w 2166650"/>
              <a:gd name="connsiteY11" fmla="*/ 283313 h 2526807"/>
              <a:gd name="connsiteX12" fmla="*/ 1796608 w 2166650"/>
              <a:gd name="connsiteY12" fmla="*/ 370042 h 252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66650" h="2526807">
                <a:moveTo>
                  <a:pt x="1796608" y="370042"/>
                </a:moveTo>
                <a:cubicBezTo>
                  <a:pt x="2289998" y="863432"/>
                  <a:pt x="2289998" y="1663375"/>
                  <a:pt x="1796608" y="2156765"/>
                </a:cubicBezTo>
                <a:cubicBezTo>
                  <a:pt x="1303218" y="2650155"/>
                  <a:pt x="503275" y="2650155"/>
                  <a:pt x="9885" y="2156765"/>
                </a:cubicBezTo>
                <a:lnTo>
                  <a:pt x="0" y="2145828"/>
                </a:lnTo>
                <a:lnTo>
                  <a:pt x="595913" y="1549914"/>
                </a:lnTo>
                <a:lnTo>
                  <a:pt x="604945" y="1538857"/>
                </a:lnTo>
                <a:lnTo>
                  <a:pt x="1020265" y="1538857"/>
                </a:lnTo>
                <a:lnTo>
                  <a:pt x="1020265" y="956966"/>
                </a:lnTo>
                <a:lnTo>
                  <a:pt x="604945" y="956966"/>
                </a:lnTo>
                <a:lnTo>
                  <a:pt x="595913" y="945910"/>
                </a:lnTo>
                <a:lnTo>
                  <a:pt x="15222" y="365218"/>
                </a:lnTo>
                <a:lnTo>
                  <a:pt x="105839" y="283313"/>
                </a:lnTo>
                <a:cubicBezTo>
                  <a:pt x="602071" y="-121421"/>
                  <a:pt x="1334055" y="-92512"/>
                  <a:pt x="1796608" y="370042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2964A49A-AC7F-4907-A2F1-26E6B8B90DE0}"/>
              </a:ext>
            </a:extLst>
          </p:cNvPr>
          <p:cNvSpPr/>
          <p:nvPr/>
        </p:nvSpPr>
        <p:spPr>
          <a:xfrm rot="-2700000">
            <a:off x="10319371" y="-4279446"/>
            <a:ext cx="1081163" cy="581892"/>
          </a:xfrm>
          <a:custGeom>
            <a:avLst/>
            <a:gdLst>
              <a:gd name="connsiteX0" fmla="*/ 965102 w 1081163"/>
              <a:gd name="connsiteY0" fmla="*/ 0 h 581892"/>
              <a:gd name="connsiteX1" fmla="*/ 1010799 w 1081163"/>
              <a:gd name="connsiteY1" fmla="*/ 55944 h 581892"/>
              <a:gd name="connsiteX2" fmla="*/ 1010799 w 1081163"/>
              <a:gd name="connsiteY2" fmla="*/ 525948 h 581892"/>
              <a:gd name="connsiteX3" fmla="*/ 965102 w 1081163"/>
              <a:gd name="connsiteY3" fmla="*/ 581891 h 581892"/>
              <a:gd name="connsiteX4" fmla="*/ 31466 w 1081163"/>
              <a:gd name="connsiteY4" fmla="*/ 581892 h 581892"/>
              <a:gd name="connsiteX5" fmla="*/ 23127 w 1081163"/>
              <a:gd name="connsiteY5" fmla="*/ 547740 h 581892"/>
              <a:gd name="connsiteX6" fmla="*/ 23127 w 1081163"/>
              <a:gd name="connsiteY6" fmla="*/ 65134 h 581892"/>
              <a:gd name="connsiteX7" fmla="*/ 39031 w 1081163"/>
              <a:gd name="connsiteY7" fmla="*/ 1 h 581892"/>
              <a:gd name="connsiteX8" fmla="*/ 965102 w 1081163"/>
              <a:gd name="connsiteY8" fmla="*/ 0 h 58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1163" h="581892">
                <a:moveTo>
                  <a:pt x="965102" y="0"/>
                </a:moveTo>
                <a:lnTo>
                  <a:pt x="1010799" y="55944"/>
                </a:lnTo>
                <a:cubicBezTo>
                  <a:pt x="1104619" y="198039"/>
                  <a:pt x="1104618" y="383853"/>
                  <a:pt x="1010799" y="525948"/>
                </a:cubicBezTo>
                <a:lnTo>
                  <a:pt x="965102" y="581891"/>
                </a:lnTo>
                <a:lnTo>
                  <a:pt x="31466" y="581892"/>
                </a:lnTo>
                <a:lnTo>
                  <a:pt x="23127" y="547740"/>
                </a:lnTo>
                <a:cubicBezTo>
                  <a:pt x="-7709" y="388468"/>
                  <a:pt x="-7709" y="224407"/>
                  <a:pt x="23127" y="65134"/>
                </a:cubicBezTo>
                <a:lnTo>
                  <a:pt x="39031" y="1"/>
                </a:lnTo>
                <a:lnTo>
                  <a:pt x="965102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4D8F7C65-CE51-456D-9092-00A782601F19}"/>
              </a:ext>
            </a:extLst>
          </p:cNvPr>
          <p:cNvGrpSpPr/>
          <p:nvPr/>
        </p:nvGrpSpPr>
        <p:grpSpPr>
          <a:xfrm>
            <a:off x="114482" y="823328"/>
            <a:ext cx="6640048" cy="4873887"/>
            <a:chOff x="114482" y="907441"/>
            <a:chExt cx="6640048" cy="4873887"/>
          </a:xfrm>
        </p:grpSpPr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EF0E9D34-AE31-4CEF-9F80-E30D85F7198A}"/>
                </a:ext>
              </a:extLst>
            </p:cNvPr>
            <p:cNvSpPr/>
            <p:nvPr/>
          </p:nvSpPr>
          <p:spPr>
            <a:xfrm rot="-2700000">
              <a:off x="114482" y="907441"/>
              <a:ext cx="4395415" cy="2613796"/>
            </a:xfrm>
            <a:custGeom>
              <a:avLst/>
              <a:gdLst>
                <a:gd name="connsiteX0" fmla="*/ 2498460 w 4395415"/>
                <a:gd name="connsiteY0" fmla="*/ 125093 h 2613796"/>
                <a:gd name="connsiteX1" fmla="*/ 4395415 w 4395415"/>
                <a:gd name="connsiteY1" fmla="*/ 2022047 h 2613796"/>
                <a:gd name="connsiteX2" fmla="*/ 4390078 w 4395415"/>
                <a:gd name="connsiteY2" fmla="*/ 2026871 h 2613796"/>
                <a:gd name="connsiteX3" fmla="*/ 4072073 w 4395415"/>
                <a:gd name="connsiteY3" fmla="*/ 2560523 h 2613796"/>
                <a:gd name="connsiteX4" fmla="*/ 4059067 w 4395415"/>
                <a:gd name="connsiteY4" fmla="*/ 2613796 h 2613796"/>
                <a:gd name="connsiteX5" fmla="*/ 337975 w 4395415"/>
                <a:gd name="connsiteY5" fmla="*/ 2613795 h 2613796"/>
                <a:gd name="connsiteX6" fmla="*/ 324646 w 4395415"/>
                <a:gd name="connsiteY6" fmla="*/ 2559204 h 2613796"/>
                <a:gd name="connsiteX7" fmla="*/ 6641 w 4395415"/>
                <a:gd name="connsiteY7" fmla="*/ 2025551 h 2613796"/>
                <a:gd name="connsiteX8" fmla="*/ 0 w 4395415"/>
                <a:gd name="connsiteY8" fmla="*/ 2019549 h 2613796"/>
                <a:gd name="connsiteX9" fmla="*/ 1894457 w 4395415"/>
                <a:gd name="connsiteY9" fmla="*/ 125093 h 2613796"/>
                <a:gd name="connsiteX10" fmla="*/ 2498460 w 4395415"/>
                <a:gd name="connsiteY10" fmla="*/ 125093 h 261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95415" h="2613796">
                  <a:moveTo>
                    <a:pt x="2498460" y="125093"/>
                  </a:moveTo>
                  <a:lnTo>
                    <a:pt x="4395415" y="2022047"/>
                  </a:lnTo>
                  <a:lnTo>
                    <a:pt x="4390078" y="2026871"/>
                  </a:lnTo>
                  <a:cubicBezTo>
                    <a:pt x="4235894" y="2181055"/>
                    <a:pt x="4129892" y="2365176"/>
                    <a:pt x="4072073" y="2560523"/>
                  </a:cubicBezTo>
                  <a:lnTo>
                    <a:pt x="4059067" y="2613796"/>
                  </a:lnTo>
                  <a:lnTo>
                    <a:pt x="337975" y="2613795"/>
                  </a:lnTo>
                  <a:lnTo>
                    <a:pt x="324646" y="2559204"/>
                  </a:lnTo>
                  <a:cubicBezTo>
                    <a:pt x="266827" y="2363857"/>
                    <a:pt x="160826" y="2179735"/>
                    <a:pt x="6641" y="2025551"/>
                  </a:cubicBezTo>
                  <a:lnTo>
                    <a:pt x="0" y="2019549"/>
                  </a:lnTo>
                  <a:lnTo>
                    <a:pt x="1894457" y="125093"/>
                  </a:lnTo>
                  <a:cubicBezTo>
                    <a:pt x="2061248" y="-41698"/>
                    <a:pt x="2331669" y="-41698"/>
                    <a:pt x="2498460" y="125093"/>
                  </a:cubicBezTo>
                  <a:close/>
                </a:path>
              </a:pathLst>
            </a:custGeom>
            <a:ln w="127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A9A618B2-DB18-4B0F-ABA7-25FA4A6EDA83}"/>
                </a:ext>
              </a:extLst>
            </p:cNvPr>
            <p:cNvSpPr/>
            <p:nvPr/>
          </p:nvSpPr>
          <p:spPr>
            <a:xfrm rot="-2700000">
              <a:off x="2388432" y="3167532"/>
              <a:ext cx="4366098" cy="2613796"/>
            </a:xfrm>
            <a:custGeom>
              <a:avLst/>
              <a:gdLst>
                <a:gd name="connsiteX0" fmla="*/ 4037407 w 4366098"/>
                <a:gd name="connsiteY0" fmla="*/ 1 h 2613796"/>
                <a:gd name="connsiteX1" fmla="*/ 4057978 w 4366098"/>
                <a:gd name="connsiteY1" fmla="*/ 84255 h 2613796"/>
                <a:gd name="connsiteX2" fmla="*/ 4289254 w 4366098"/>
                <a:gd name="connsiteY2" fmla="*/ 521954 h 2613796"/>
                <a:gd name="connsiteX3" fmla="*/ 4366098 w 4366098"/>
                <a:gd name="connsiteY3" fmla="*/ 606971 h 2613796"/>
                <a:gd name="connsiteX4" fmla="*/ 2484365 w 4366098"/>
                <a:gd name="connsiteY4" fmla="*/ 2488703 h 2613796"/>
                <a:gd name="connsiteX5" fmla="*/ 1880362 w 4366098"/>
                <a:gd name="connsiteY5" fmla="*/ 2488703 h 2613796"/>
                <a:gd name="connsiteX6" fmla="*/ 0 w 4366098"/>
                <a:gd name="connsiteY6" fmla="*/ 608342 h 2613796"/>
                <a:gd name="connsiteX7" fmla="*/ 79275 w 4366098"/>
                <a:gd name="connsiteY7" fmla="*/ 520635 h 2613796"/>
                <a:gd name="connsiteX8" fmla="*/ 310551 w 4366098"/>
                <a:gd name="connsiteY8" fmla="*/ 82935 h 2613796"/>
                <a:gd name="connsiteX9" fmla="*/ 330801 w 4366098"/>
                <a:gd name="connsiteY9" fmla="*/ 0 h 2613796"/>
                <a:gd name="connsiteX10" fmla="*/ 4037407 w 4366098"/>
                <a:gd name="connsiteY10" fmla="*/ 1 h 261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66098" h="2613796">
                  <a:moveTo>
                    <a:pt x="4037407" y="1"/>
                  </a:moveTo>
                  <a:lnTo>
                    <a:pt x="4057978" y="84255"/>
                  </a:lnTo>
                  <a:cubicBezTo>
                    <a:pt x="4104233" y="240532"/>
                    <a:pt x="4181325" y="389626"/>
                    <a:pt x="4289254" y="521954"/>
                  </a:cubicBezTo>
                  <a:lnTo>
                    <a:pt x="4366098" y="606971"/>
                  </a:lnTo>
                  <a:lnTo>
                    <a:pt x="2484365" y="2488703"/>
                  </a:lnTo>
                  <a:cubicBezTo>
                    <a:pt x="2317574" y="2655494"/>
                    <a:pt x="2047153" y="2655494"/>
                    <a:pt x="1880362" y="2488703"/>
                  </a:cubicBezTo>
                  <a:lnTo>
                    <a:pt x="0" y="608342"/>
                  </a:lnTo>
                  <a:lnTo>
                    <a:pt x="79275" y="520635"/>
                  </a:lnTo>
                  <a:cubicBezTo>
                    <a:pt x="187204" y="388306"/>
                    <a:pt x="264296" y="239213"/>
                    <a:pt x="310551" y="82935"/>
                  </a:cubicBezTo>
                  <a:lnTo>
                    <a:pt x="330801" y="0"/>
                  </a:lnTo>
                  <a:lnTo>
                    <a:pt x="4037407" y="1"/>
                  </a:lnTo>
                  <a:close/>
                </a:path>
              </a:pathLst>
            </a:custGeom>
            <a:ln w="127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C0144552-3D8A-435F-9DB6-136D432C3882}"/>
              </a:ext>
            </a:extLst>
          </p:cNvPr>
          <p:cNvSpPr/>
          <p:nvPr/>
        </p:nvSpPr>
        <p:spPr>
          <a:xfrm rot="-2700000">
            <a:off x="5807821" y="-1261839"/>
            <a:ext cx="2164219" cy="2526807"/>
          </a:xfrm>
          <a:custGeom>
            <a:avLst/>
            <a:gdLst>
              <a:gd name="connsiteX0" fmla="*/ 2150124 w 2164219"/>
              <a:gd name="connsiteY0" fmla="*/ 364040 h 2526807"/>
              <a:gd name="connsiteX1" fmla="*/ 1566934 w 2164219"/>
              <a:gd name="connsiteY1" fmla="*/ 947230 h 2526807"/>
              <a:gd name="connsiteX2" fmla="*/ 1557903 w 2164219"/>
              <a:gd name="connsiteY2" fmla="*/ 958286 h 2526807"/>
              <a:gd name="connsiteX3" fmla="*/ 1142583 w 2164219"/>
              <a:gd name="connsiteY3" fmla="*/ 958286 h 2526807"/>
              <a:gd name="connsiteX4" fmla="*/ 1142583 w 2164219"/>
              <a:gd name="connsiteY4" fmla="*/ 1540177 h 2526807"/>
              <a:gd name="connsiteX5" fmla="*/ 1557903 w 2164219"/>
              <a:gd name="connsiteY5" fmla="*/ 1540177 h 2526807"/>
              <a:gd name="connsiteX6" fmla="*/ 1566934 w 2164219"/>
              <a:gd name="connsiteY6" fmla="*/ 1551234 h 2526807"/>
              <a:gd name="connsiteX7" fmla="*/ 2164219 w 2164219"/>
              <a:gd name="connsiteY7" fmla="*/ 2148519 h 2526807"/>
              <a:gd name="connsiteX8" fmla="*/ 2156765 w 2164219"/>
              <a:gd name="connsiteY8" fmla="*/ 2156765 h 2526807"/>
              <a:gd name="connsiteX9" fmla="*/ 370042 w 2164219"/>
              <a:gd name="connsiteY9" fmla="*/ 2156765 h 2526807"/>
              <a:gd name="connsiteX10" fmla="*/ 370042 w 2164219"/>
              <a:gd name="connsiteY10" fmla="*/ 370042 h 2526807"/>
              <a:gd name="connsiteX11" fmla="*/ 2060812 w 2164219"/>
              <a:gd name="connsiteY11" fmla="*/ 283313 h 2526807"/>
              <a:gd name="connsiteX12" fmla="*/ 2150124 w 2164219"/>
              <a:gd name="connsiteY12" fmla="*/ 364040 h 252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64219" h="2526807">
                <a:moveTo>
                  <a:pt x="2150124" y="364040"/>
                </a:moveTo>
                <a:lnTo>
                  <a:pt x="1566934" y="947230"/>
                </a:lnTo>
                <a:lnTo>
                  <a:pt x="1557903" y="958286"/>
                </a:lnTo>
                <a:lnTo>
                  <a:pt x="1142583" y="958286"/>
                </a:lnTo>
                <a:lnTo>
                  <a:pt x="1142583" y="1540177"/>
                </a:lnTo>
                <a:lnTo>
                  <a:pt x="1557903" y="1540177"/>
                </a:lnTo>
                <a:lnTo>
                  <a:pt x="1566934" y="1551234"/>
                </a:lnTo>
                <a:lnTo>
                  <a:pt x="2164219" y="2148519"/>
                </a:lnTo>
                <a:lnTo>
                  <a:pt x="2156765" y="2156765"/>
                </a:lnTo>
                <a:cubicBezTo>
                  <a:pt x="1663375" y="2650155"/>
                  <a:pt x="863432" y="2650155"/>
                  <a:pt x="370042" y="2156765"/>
                </a:cubicBezTo>
                <a:cubicBezTo>
                  <a:pt x="-123348" y="1663375"/>
                  <a:pt x="-123348" y="863432"/>
                  <a:pt x="370042" y="370042"/>
                </a:cubicBezTo>
                <a:cubicBezTo>
                  <a:pt x="832595" y="-92511"/>
                  <a:pt x="1564580" y="-121421"/>
                  <a:pt x="2060812" y="283313"/>
                </a:cubicBezTo>
                <a:lnTo>
                  <a:pt x="2150124" y="36404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253996DA-0686-4212-B46F-3A9AD92E48C1}"/>
              </a:ext>
            </a:extLst>
          </p:cNvPr>
          <p:cNvSpPr/>
          <p:nvPr/>
        </p:nvSpPr>
        <p:spPr>
          <a:xfrm rot="-2700000">
            <a:off x="6975387" y="-937363"/>
            <a:ext cx="1084966" cy="581891"/>
          </a:xfrm>
          <a:custGeom>
            <a:avLst/>
            <a:gdLst>
              <a:gd name="connsiteX0" fmla="*/ 1046258 w 1084966"/>
              <a:gd name="connsiteY0" fmla="*/ 0 h 581891"/>
              <a:gd name="connsiteX1" fmla="*/ 1061839 w 1084966"/>
              <a:gd name="connsiteY1" fmla="*/ 63815 h 581891"/>
              <a:gd name="connsiteX2" fmla="*/ 1061839 w 1084966"/>
              <a:gd name="connsiteY2" fmla="*/ 546421 h 581891"/>
              <a:gd name="connsiteX3" fmla="*/ 1053179 w 1084966"/>
              <a:gd name="connsiteY3" fmla="*/ 581891 h 581891"/>
              <a:gd name="connsiteX4" fmla="*/ 116062 w 1084966"/>
              <a:gd name="connsiteY4" fmla="*/ 581891 h 581891"/>
              <a:gd name="connsiteX5" fmla="*/ 70365 w 1084966"/>
              <a:gd name="connsiteY5" fmla="*/ 525948 h 581891"/>
              <a:gd name="connsiteX6" fmla="*/ 70365 w 1084966"/>
              <a:gd name="connsiteY6" fmla="*/ 55944 h 581891"/>
              <a:gd name="connsiteX7" fmla="*/ 116062 w 1084966"/>
              <a:gd name="connsiteY7" fmla="*/ 0 h 581891"/>
              <a:gd name="connsiteX8" fmla="*/ 1046258 w 1084966"/>
              <a:gd name="connsiteY8" fmla="*/ 0 h 581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4966" h="581891">
                <a:moveTo>
                  <a:pt x="1046258" y="0"/>
                </a:moveTo>
                <a:lnTo>
                  <a:pt x="1061839" y="63815"/>
                </a:lnTo>
                <a:cubicBezTo>
                  <a:pt x="1092676" y="223087"/>
                  <a:pt x="1092676" y="387149"/>
                  <a:pt x="1061839" y="546421"/>
                </a:cubicBezTo>
                <a:lnTo>
                  <a:pt x="1053179" y="581891"/>
                </a:lnTo>
                <a:lnTo>
                  <a:pt x="116062" y="581891"/>
                </a:lnTo>
                <a:lnTo>
                  <a:pt x="70365" y="525948"/>
                </a:lnTo>
                <a:cubicBezTo>
                  <a:pt x="-23455" y="383853"/>
                  <a:pt x="-23455" y="198039"/>
                  <a:pt x="70365" y="55944"/>
                </a:cubicBezTo>
                <a:lnTo>
                  <a:pt x="116062" y="0"/>
                </a:lnTo>
                <a:lnTo>
                  <a:pt x="1046258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42D5D9C7-A4A0-4A25-8832-FB1131EAA4D7}"/>
              </a:ext>
            </a:extLst>
          </p:cNvPr>
          <p:cNvSpPr/>
          <p:nvPr/>
        </p:nvSpPr>
        <p:spPr>
          <a:xfrm>
            <a:off x="-2495116" y="-5037852"/>
            <a:ext cx="4358111" cy="4358111"/>
          </a:xfrm>
          <a:prstGeom prst="roundRect">
            <a:avLst>
              <a:gd name="adj" fmla="val 9800"/>
            </a:avLst>
          </a:prstGeom>
          <a:solidFill>
            <a:schemeClr val="accent5">
              <a:lumMod val="40000"/>
              <a:lumOff val="60000"/>
            </a:schemeClr>
          </a:solidFill>
          <a:ln w="127000">
            <a:solidFill>
              <a:srgbClr val="374C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57B3F6D5-0D6F-4F2C-BB28-2C5DB8C4C6DF}"/>
              </a:ext>
            </a:extLst>
          </p:cNvPr>
          <p:cNvSpPr/>
          <p:nvPr/>
        </p:nvSpPr>
        <p:spPr>
          <a:xfrm rot="5400000">
            <a:off x="-3749580" y="-1932043"/>
            <a:ext cx="2526808" cy="25268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0F077F9F-C460-4546-8A75-364E2DC444A5}"/>
              </a:ext>
            </a:extLst>
          </p:cNvPr>
          <p:cNvSpPr/>
          <p:nvPr/>
        </p:nvSpPr>
        <p:spPr>
          <a:xfrm rot="10800000">
            <a:off x="614315" y="-6294072"/>
            <a:ext cx="2526808" cy="25268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B5F4B28-4B08-4541-83F2-2453E5DF404A}"/>
              </a:ext>
            </a:extLst>
          </p:cNvPr>
          <p:cNvSpPr/>
          <p:nvPr/>
        </p:nvSpPr>
        <p:spPr>
          <a:xfrm rot="18900000">
            <a:off x="-3520061" y="-3149742"/>
            <a:ext cx="6408000" cy="581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F0FCB02B-DA9F-4568-AA15-2821A864C91E}"/>
              </a:ext>
            </a:extLst>
          </p:cNvPr>
          <p:cNvSpPr/>
          <p:nvPr/>
        </p:nvSpPr>
        <p:spPr>
          <a:xfrm>
            <a:off x="5231402" y="990600"/>
            <a:ext cx="455815" cy="455815"/>
          </a:xfrm>
          <a:prstGeom prst="ellipse">
            <a:avLst/>
          </a:prstGeom>
          <a:noFill/>
          <a:ln w="127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626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397F29C5-940F-458F-ACCF-A098FA3B2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712" y="7674920"/>
            <a:ext cx="22795831" cy="883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69F3D54-8FF1-404C-9226-54927629A4D6}"/>
              </a:ext>
            </a:extLst>
          </p:cNvPr>
          <p:cNvSpPr/>
          <p:nvPr/>
        </p:nvSpPr>
        <p:spPr>
          <a:xfrm>
            <a:off x="15937818" y="8754615"/>
            <a:ext cx="5409523" cy="5409523"/>
          </a:xfrm>
          <a:prstGeom prst="roundRect">
            <a:avLst>
              <a:gd name="adj" fmla="val 9800"/>
            </a:avLst>
          </a:prstGeom>
          <a:solidFill>
            <a:srgbClr val="79DB9F"/>
          </a:solidFill>
          <a:ln w="508000">
            <a:solidFill>
              <a:srgbClr val="FCBC50"/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1905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DFFC6E4-A1A0-456F-97D2-A24AF4756860}"/>
              </a:ext>
            </a:extLst>
          </p:cNvPr>
          <p:cNvGrpSpPr/>
          <p:nvPr/>
        </p:nvGrpSpPr>
        <p:grpSpPr>
          <a:xfrm>
            <a:off x="16043575" y="9500235"/>
            <a:ext cx="5198008" cy="3918283"/>
            <a:chOff x="16057796" y="9461491"/>
            <a:chExt cx="5198008" cy="3918283"/>
          </a:xfrm>
        </p:grpSpPr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6D53CBEF-5AA3-44F1-93C7-627AFA0B8575}"/>
                </a:ext>
              </a:extLst>
            </p:cNvPr>
            <p:cNvSpPr/>
            <p:nvPr/>
          </p:nvSpPr>
          <p:spPr>
            <a:xfrm rot="18900000">
              <a:off x="16057796" y="9461491"/>
              <a:ext cx="3176091" cy="1888708"/>
            </a:xfrm>
            <a:custGeom>
              <a:avLst/>
              <a:gdLst>
                <a:gd name="connsiteX0" fmla="*/ 2498460 w 4395415"/>
                <a:gd name="connsiteY0" fmla="*/ 125093 h 2613796"/>
                <a:gd name="connsiteX1" fmla="*/ 4395415 w 4395415"/>
                <a:gd name="connsiteY1" fmla="*/ 2022047 h 2613796"/>
                <a:gd name="connsiteX2" fmla="*/ 4390078 w 4395415"/>
                <a:gd name="connsiteY2" fmla="*/ 2026871 h 2613796"/>
                <a:gd name="connsiteX3" fmla="*/ 4072073 w 4395415"/>
                <a:gd name="connsiteY3" fmla="*/ 2560523 h 2613796"/>
                <a:gd name="connsiteX4" fmla="*/ 4059067 w 4395415"/>
                <a:gd name="connsiteY4" fmla="*/ 2613796 h 2613796"/>
                <a:gd name="connsiteX5" fmla="*/ 337975 w 4395415"/>
                <a:gd name="connsiteY5" fmla="*/ 2613795 h 2613796"/>
                <a:gd name="connsiteX6" fmla="*/ 324646 w 4395415"/>
                <a:gd name="connsiteY6" fmla="*/ 2559204 h 2613796"/>
                <a:gd name="connsiteX7" fmla="*/ 6641 w 4395415"/>
                <a:gd name="connsiteY7" fmla="*/ 2025551 h 2613796"/>
                <a:gd name="connsiteX8" fmla="*/ 0 w 4395415"/>
                <a:gd name="connsiteY8" fmla="*/ 2019549 h 2613796"/>
                <a:gd name="connsiteX9" fmla="*/ 1894457 w 4395415"/>
                <a:gd name="connsiteY9" fmla="*/ 125093 h 2613796"/>
                <a:gd name="connsiteX10" fmla="*/ 2498460 w 4395415"/>
                <a:gd name="connsiteY10" fmla="*/ 125093 h 261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95415" h="2613796">
                  <a:moveTo>
                    <a:pt x="2498460" y="125093"/>
                  </a:moveTo>
                  <a:lnTo>
                    <a:pt x="4395415" y="2022047"/>
                  </a:lnTo>
                  <a:lnTo>
                    <a:pt x="4390078" y="2026871"/>
                  </a:lnTo>
                  <a:cubicBezTo>
                    <a:pt x="4235894" y="2181055"/>
                    <a:pt x="4129892" y="2365176"/>
                    <a:pt x="4072073" y="2560523"/>
                  </a:cubicBezTo>
                  <a:lnTo>
                    <a:pt x="4059067" y="2613796"/>
                  </a:lnTo>
                  <a:lnTo>
                    <a:pt x="337975" y="2613795"/>
                  </a:lnTo>
                  <a:lnTo>
                    <a:pt x="324646" y="2559204"/>
                  </a:lnTo>
                  <a:cubicBezTo>
                    <a:pt x="266827" y="2363857"/>
                    <a:pt x="160826" y="2179735"/>
                    <a:pt x="6641" y="2025551"/>
                  </a:cubicBezTo>
                  <a:lnTo>
                    <a:pt x="0" y="2019549"/>
                  </a:lnTo>
                  <a:lnTo>
                    <a:pt x="1894457" y="125093"/>
                  </a:lnTo>
                  <a:cubicBezTo>
                    <a:pt x="2061248" y="-41698"/>
                    <a:pt x="2331669" y="-41698"/>
                    <a:pt x="2498460" y="125093"/>
                  </a:cubicBezTo>
                  <a:close/>
                </a:path>
              </a:pathLst>
            </a:custGeom>
            <a:solidFill>
              <a:srgbClr val="42B4A5"/>
            </a:solidFill>
            <a:ln w="254000">
              <a:solidFill>
                <a:srgbClr val="F9FAFE"/>
              </a:solidFill>
            </a:ln>
            <a:effectLst>
              <a:outerShdw blurRad="381000" dist="254000" dir="8100000" algn="tr" rotWithShape="0">
                <a:srgbClr val="182432">
                  <a:alpha val="5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1905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4A6BD05F-7287-42B1-9C39-6214471C9C17}"/>
                </a:ext>
              </a:extLst>
            </p:cNvPr>
            <p:cNvSpPr/>
            <p:nvPr/>
          </p:nvSpPr>
          <p:spPr>
            <a:xfrm rot="18900000">
              <a:off x="18100897" y="11491066"/>
              <a:ext cx="3154907" cy="1888708"/>
            </a:xfrm>
            <a:custGeom>
              <a:avLst/>
              <a:gdLst>
                <a:gd name="connsiteX0" fmla="*/ 4037407 w 4366098"/>
                <a:gd name="connsiteY0" fmla="*/ 1 h 2613796"/>
                <a:gd name="connsiteX1" fmla="*/ 4057978 w 4366098"/>
                <a:gd name="connsiteY1" fmla="*/ 84255 h 2613796"/>
                <a:gd name="connsiteX2" fmla="*/ 4289254 w 4366098"/>
                <a:gd name="connsiteY2" fmla="*/ 521954 h 2613796"/>
                <a:gd name="connsiteX3" fmla="*/ 4366098 w 4366098"/>
                <a:gd name="connsiteY3" fmla="*/ 606971 h 2613796"/>
                <a:gd name="connsiteX4" fmla="*/ 2484365 w 4366098"/>
                <a:gd name="connsiteY4" fmla="*/ 2488703 h 2613796"/>
                <a:gd name="connsiteX5" fmla="*/ 1880362 w 4366098"/>
                <a:gd name="connsiteY5" fmla="*/ 2488703 h 2613796"/>
                <a:gd name="connsiteX6" fmla="*/ 0 w 4366098"/>
                <a:gd name="connsiteY6" fmla="*/ 608342 h 2613796"/>
                <a:gd name="connsiteX7" fmla="*/ 79275 w 4366098"/>
                <a:gd name="connsiteY7" fmla="*/ 520635 h 2613796"/>
                <a:gd name="connsiteX8" fmla="*/ 310551 w 4366098"/>
                <a:gd name="connsiteY8" fmla="*/ 82935 h 2613796"/>
                <a:gd name="connsiteX9" fmla="*/ 330801 w 4366098"/>
                <a:gd name="connsiteY9" fmla="*/ 0 h 2613796"/>
                <a:gd name="connsiteX10" fmla="*/ 4037407 w 4366098"/>
                <a:gd name="connsiteY10" fmla="*/ 1 h 261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66098" h="2613796">
                  <a:moveTo>
                    <a:pt x="4037407" y="1"/>
                  </a:moveTo>
                  <a:lnTo>
                    <a:pt x="4057978" y="84255"/>
                  </a:lnTo>
                  <a:cubicBezTo>
                    <a:pt x="4104233" y="240532"/>
                    <a:pt x="4181325" y="389626"/>
                    <a:pt x="4289254" y="521954"/>
                  </a:cubicBezTo>
                  <a:lnTo>
                    <a:pt x="4366098" y="606971"/>
                  </a:lnTo>
                  <a:lnTo>
                    <a:pt x="2484365" y="2488703"/>
                  </a:lnTo>
                  <a:cubicBezTo>
                    <a:pt x="2317574" y="2655494"/>
                    <a:pt x="2047153" y="2655494"/>
                    <a:pt x="1880362" y="2488703"/>
                  </a:cubicBezTo>
                  <a:lnTo>
                    <a:pt x="0" y="608342"/>
                  </a:lnTo>
                  <a:lnTo>
                    <a:pt x="79275" y="520635"/>
                  </a:lnTo>
                  <a:cubicBezTo>
                    <a:pt x="187204" y="388306"/>
                    <a:pt x="264296" y="239213"/>
                    <a:pt x="310551" y="82935"/>
                  </a:cubicBezTo>
                  <a:lnTo>
                    <a:pt x="330801" y="0"/>
                  </a:lnTo>
                  <a:lnTo>
                    <a:pt x="4037407" y="1"/>
                  </a:lnTo>
                  <a:close/>
                </a:path>
              </a:pathLst>
            </a:custGeom>
            <a:solidFill>
              <a:srgbClr val="EAD49A"/>
            </a:solidFill>
            <a:ln w="254000">
              <a:solidFill>
                <a:srgbClr val="F9FAFE"/>
              </a:solidFill>
              <a:prstDash val="solid"/>
            </a:ln>
            <a:effectLst>
              <a:outerShdw blurRad="381000" dist="254000" dir="8100000" algn="tl" rotWithShape="0">
                <a:srgbClr val="182432">
                  <a:alpha val="5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1905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3" name="椭圆 22">
            <a:extLst>
              <a:ext uri="{FF2B5EF4-FFF2-40B4-BE49-F238E27FC236}">
                <a16:creationId xmlns:a16="http://schemas.microsoft.com/office/drawing/2014/main" id="{93F248D2-A7D3-4FC7-8574-BE25D43743E9}"/>
              </a:ext>
            </a:extLst>
          </p:cNvPr>
          <p:cNvSpPr>
            <a:spLocks noChangeAspect="1"/>
          </p:cNvSpPr>
          <p:nvPr/>
        </p:nvSpPr>
        <p:spPr>
          <a:xfrm>
            <a:off x="19804630" y="9375754"/>
            <a:ext cx="900000" cy="9000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9FAFE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231BA66-FF6A-4A61-8CCC-960177E1E56C}"/>
              </a:ext>
            </a:extLst>
          </p:cNvPr>
          <p:cNvSpPr>
            <a:spLocks noChangeAspect="1"/>
          </p:cNvSpPr>
          <p:nvPr/>
        </p:nvSpPr>
        <p:spPr>
          <a:xfrm>
            <a:off x="16580528" y="12642998"/>
            <a:ext cx="900000" cy="900000"/>
          </a:xfrm>
          <a:prstGeom prst="ellipse">
            <a:avLst/>
          </a:prstGeom>
          <a:solidFill>
            <a:srgbClr val="7030A0"/>
          </a:solidFill>
          <a:ln w="38100">
            <a:solidFill>
              <a:srgbClr val="F9FAFE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47F11D-1FD2-4296-B019-4473B2CE8FE3}"/>
              </a:ext>
            </a:extLst>
          </p:cNvPr>
          <p:cNvSpPr/>
          <p:nvPr/>
        </p:nvSpPr>
        <p:spPr>
          <a:xfrm>
            <a:off x="-10420155" y="8378736"/>
            <a:ext cx="9187543" cy="9927280"/>
          </a:xfrm>
          <a:prstGeom prst="rect">
            <a:avLst/>
          </a:prstGeom>
          <a:solidFill>
            <a:schemeClr val="bg1"/>
          </a:solidFill>
          <a:ln>
            <a:solidFill>
              <a:srgbClr val="41B3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35D2215-EE07-476D-8536-467209C3764F}"/>
              </a:ext>
            </a:extLst>
          </p:cNvPr>
          <p:cNvSpPr/>
          <p:nvPr/>
        </p:nvSpPr>
        <p:spPr>
          <a:xfrm>
            <a:off x="4839731" y="8700145"/>
            <a:ext cx="5409523" cy="5409523"/>
          </a:xfrm>
          <a:prstGeom prst="roundRect">
            <a:avLst>
              <a:gd name="adj" fmla="val 9800"/>
            </a:avLst>
          </a:prstGeom>
          <a:solidFill>
            <a:srgbClr val="65ACF3"/>
          </a:solidFill>
          <a:ln w="508000">
            <a:solidFill>
              <a:srgbClr val="FAD960"/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1905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F67471EB-A9A5-44B1-BD87-F65AC7A9DE4B}"/>
              </a:ext>
            </a:extLst>
          </p:cNvPr>
          <p:cNvSpPr/>
          <p:nvPr/>
        </p:nvSpPr>
        <p:spPr>
          <a:xfrm rot="18900000">
            <a:off x="4560408" y="9214547"/>
            <a:ext cx="3950660" cy="2349317"/>
          </a:xfrm>
          <a:custGeom>
            <a:avLst/>
            <a:gdLst>
              <a:gd name="connsiteX0" fmla="*/ 2498460 w 4395415"/>
              <a:gd name="connsiteY0" fmla="*/ 125093 h 2613796"/>
              <a:gd name="connsiteX1" fmla="*/ 4395415 w 4395415"/>
              <a:gd name="connsiteY1" fmla="*/ 2022047 h 2613796"/>
              <a:gd name="connsiteX2" fmla="*/ 4390078 w 4395415"/>
              <a:gd name="connsiteY2" fmla="*/ 2026871 h 2613796"/>
              <a:gd name="connsiteX3" fmla="*/ 4072073 w 4395415"/>
              <a:gd name="connsiteY3" fmla="*/ 2560523 h 2613796"/>
              <a:gd name="connsiteX4" fmla="*/ 4059067 w 4395415"/>
              <a:gd name="connsiteY4" fmla="*/ 2613796 h 2613796"/>
              <a:gd name="connsiteX5" fmla="*/ 337975 w 4395415"/>
              <a:gd name="connsiteY5" fmla="*/ 2613795 h 2613796"/>
              <a:gd name="connsiteX6" fmla="*/ 324646 w 4395415"/>
              <a:gd name="connsiteY6" fmla="*/ 2559204 h 2613796"/>
              <a:gd name="connsiteX7" fmla="*/ 6641 w 4395415"/>
              <a:gd name="connsiteY7" fmla="*/ 2025551 h 2613796"/>
              <a:gd name="connsiteX8" fmla="*/ 0 w 4395415"/>
              <a:gd name="connsiteY8" fmla="*/ 2019549 h 2613796"/>
              <a:gd name="connsiteX9" fmla="*/ 1894457 w 4395415"/>
              <a:gd name="connsiteY9" fmla="*/ 125093 h 2613796"/>
              <a:gd name="connsiteX10" fmla="*/ 2498460 w 4395415"/>
              <a:gd name="connsiteY10" fmla="*/ 125093 h 2613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95415" h="2613796">
                <a:moveTo>
                  <a:pt x="2498460" y="125093"/>
                </a:moveTo>
                <a:lnTo>
                  <a:pt x="4395415" y="2022047"/>
                </a:lnTo>
                <a:lnTo>
                  <a:pt x="4390078" y="2026871"/>
                </a:lnTo>
                <a:cubicBezTo>
                  <a:pt x="4235894" y="2181055"/>
                  <a:pt x="4129892" y="2365176"/>
                  <a:pt x="4072073" y="2560523"/>
                </a:cubicBezTo>
                <a:lnTo>
                  <a:pt x="4059067" y="2613796"/>
                </a:lnTo>
                <a:lnTo>
                  <a:pt x="337975" y="2613795"/>
                </a:lnTo>
                <a:lnTo>
                  <a:pt x="324646" y="2559204"/>
                </a:lnTo>
                <a:cubicBezTo>
                  <a:pt x="266827" y="2363857"/>
                  <a:pt x="160826" y="2179735"/>
                  <a:pt x="6641" y="2025551"/>
                </a:cubicBezTo>
                <a:lnTo>
                  <a:pt x="0" y="2019549"/>
                </a:lnTo>
                <a:lnTo>
                  <a:pt x="1894457" y="125093"/>
                </a:lnTo>
                <a:cubicBezTo>
                  <a:pt x="2061248" y="-41698"/>
                  <a:pt x="2331669" y="-41698"/>
                  <a:pt x="2498460" y="125093"/>
                </a:cubicBezTo>
                <a:close/>
              </a:path>
            </a:pathLst>
          </a:custGeom>
          <a:solidFill>
            <a:srgbClr val="42B4A5"/>
          </a:solidFill>
          <a:ln w="254000">
            <a:solidFill>
              <a:srgbClr val="F9FAFE"/>
            </a:solidFill>
          </a:ln>
          <a:effectLst>
            <a:outerShdw blurRad="381000" dist="254000" dir="8100000" algn="tr" rotWithShape="0">
              <a:srgbClr val="182432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1905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2E13586-D1A2-4F89-910C-20DB4850D167}"/>
              </a:ext>
            </a:extLst>
          </p:cNvPr>
          <p:cNvSpPr/>
          <p:nvPr/>
        </p:nvSpPr>
        <p:spPr>
          <a:xfrm rot="18900000">
            <a:off x="6604266" y="11245948"/>
            <a:ext cx="3924310" cy="2349317"/>
          </a:xfrm>
          <a:custGeom>
            <a:avLst/>
            <a:gdLst>
              <a:gd name="connsiteX0" fmla="*/ 4037407 w 4366098"/>
              <a:gd name="connsiteY0" fmla="*/ 1 h 2613796"/>
              <a:gd name="connsiteX1" fmla="*/ 4057978 w 4366098"/>
              <a:gd name="connsiteY1" fmla="*/ 84255 h 2613796"/>
              <a:gd name="connsiteX2" fmla="*/ 4289254 w 4366098"/>
              <a:gd name="connsiteY2" fmla="*/ 521954 h 2613796"/>
              <a:gd name="connsiteX3" fmla="*/ 4366098 w 4366098"/>
              <a:gd name="connsiteY3" fmla="*/ 606971 h 2613796"/>
              <a:gd name="connsiteX4" fmla="*/ 2484365 w 4366098"/>
              <a:gd name="connsiteY4" fmla="*/ 2488703 h 2613796"/>
              <a:gd name="connsiteX5" fmla="*/ 1880362 w 4366098"/>
              <a:gd name="connsiteY5" fmla="*/ 2488703 h 2613796"/>
              <a:gd name="connsiteX6" fmla="*/ 0 w 4366098"/>
              <a:gd name="connsiteY6" fmla="*/ 608342 h 2613796"/>
              <a:gd name="connsiteX7" fmla="*/ 79275 w 4366098"/>
              <a:gd name="connsiteY7" fmla="*/ 520635 h 2613796"/>
              <a:gd name="connsiteX8" fmla="*/ 310551 w 4366098"/>
              <a:gd name="connsiteY8" fmla="*/ 82935 h 2613796"/>
              <a:gd name="connsiteX9" fmla="*/ 330801 w 4366098"/>
              <a:gd name="connsiteY9" fmla="*/ 0 h 2613796"/>
              <a:gd name="connsiteX10" fmla="*/ 4037407 w 4366098"/>
              <a:gd name="connsiteY10" fmla="*/ 1 h 2613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66098" h="2613796">
                <a:moveTo>
                  <a:pt x="4037407" y="1"/>
                </a:moveTo>
                <a:lnTo>
                  <a:pt x="4057978" y="84255"/>
                </a:lnTo>
                <a:cubicBezTo>
                  <a:pt x="4104233" y="240532"/>
                  <a:pt x="4181325" y="389626"/>
                  <a:pt x="4289254" y="521954"/>
                </a:cubicBezTo>
                <a:lnTo>
                  <a:pt x="4366098" y="606971"/>
                </a:lnTo>
                <a:lnTo>
                  <a:pt x="2484365" y="2488703"/>
                </a:lnTo>
                <a:cubicBezTo>
                  <a:pt x="2317574" y="2655494"/>
                  <a:pt x="2047153" y="2655494"/>
                  <a:pt x="1880362" y="2488703"/>
                </a:cubicBezTo>
                <a:lnTo>
                  <a:pt x="0" y="608342"/>
                </a:lnTo>
                <a:lnTo>
                  <a:pt x="79275" y="520635"/>
                </a:lnTo>
                <a:cubicBezTo>
                  <a:pt x="187204" y="388306"/>
                  <a:pt x="264296" y="239213"/>
                  <a:pt x="310551" y="82935"/>
                </a:cubicBezTo>
                <a:lnTo>
                  <a:pt x="330801" y="0"/>
                </a:lnTo>
                <a:lnTo>
                  <a:pt x="4037407" y="1"/>
                </a:lnTo>
                <a:close/>
              </a:path>
            </a:pathLst>
          </a:custGeom>
          <a:solidFill>
            <a:srgbClr val="EAD49A"/>
          </a:solidFill>
          <a:ln w="254000">
            <a:solidFill>
              <a:srgbClr val="F9FAFE"/>
            </a:solidFill>
            <a:prstDash val="solid"/>
          </a:ln>
          <a:effectLst>
            <a:outerShdw blurRad="381000" dist="254000" dir="8100000" algn="tl" rotWithShape="0">
              <a:srgbClr val="182432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1905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062AFA2-B932-4C85-B6B3-5FA54E099004}"/>
              </a:ext>
            </a:extLst>
          </p:cNvPr>
          <p:cNvSpPr>
            <a:spLocks noChangeAspect="1"/>
          </p:cNvSpPr>
          <p:nvPr/>
        </p:nvSpPr>
        <p:spPr>
          <a:xfrm>
            <a:off x="8852435" y="9184150"/>
            <a:ext cx="900000" cy="9000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9FAFE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AAFCD36-D66C-42F1-B156-0F00C6ED6D0B}"/>
              </a:ext>
            </a:extLst>
          </p:cNvPr>
          <p:cNvSpPr>
            <a:spLocks noChangeAspect="1"/>
          </p:cNvSpPr>
          <p:nvPr/>
        </p:nvSpPr>
        <p:spPr>
          <a:xfrm>
            <a:off x="5323539" y="12734417"/>
            <a:ext cx="900000" cy="900000"/>
          </a:xfrm>
          <a:prstGeom prst="ellipse">
            <a:avLst/>
          </a:prstGeom>
          <a:solidFill>
            <a:schemeClr val="accent6"/>
          </a:solidFill>
          <a:ln w="38100">
            <a:solidFill>
              <a:srgbClr val="F9FAFE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DFC9001-56C5-449F-BB17-B7083E155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0482" y="10389205"/>
            <a:ext cx="5906343" cy="5906343"/>
          </a:xfrm>
          <a:prstGeom prst="rect">
            <a:avLst/>
          </a:prstGeom>
        </p:spPr>
      </p:pic>
      <p:pic>
        <p:nvPicPr>
          <p:cNvPr id="12" name="Picture 2" descr="王者荣耀小地图怎么看-小地图知识归纳整理-圈圈下载">
            <a:extLst>
              <a:ext uri="{FF2B5EF4-FFF2-40B4-BE49-F238E27FC236}">
                <a16:creationId xmlns:a16="http://schemas.microsoft.com/office/drawing/2014/main" id="{30734A5A-E6BC-49FD-95B4-606C3B08A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993" y="-2835303"/>
            <a:ext cx="55245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DCA0195-9AC4-4A79-8614-C7CA2FE22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4612329" y="21193739"/>
            <a:ext cx="18969644" cy="8117792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F79963A8-3203-4494-9341-08E4083BA8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23115" y="668432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B2175C-C157-4666-9ADE-6BC5DB7025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05997" y="-1772837"/>
            <a:ext cx="10776271" cy="83693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C47ED3A-8DBF-4B90-8231-D7529BAA01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737" y="-1756934"/>
            <a:ext cx="9939435" cy="776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6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daqiang cn</dc:creator>
  <cp:lastModifiedBy>daqiang cn</cp:lastModifiedBy>
  <cp:revision>11</cp:revision>
  <dcterms:created xsi:type="dcterms:W3CDTF">2024-11-24T08:44:15Z</dcterms:created>
  <dcterms:modified xsi:type="dcterms:W3CDTF">2024-11-24T12:00:49Z</dcterms:modified>
</cp:coreProperties>
</file>